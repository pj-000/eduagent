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pic>
        <p:nvPicPr>
          <p:cNvPr id="37" name="图片 36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8" name="组合 37"/>
          <p:cNvGrpSpPr/>
          <p:nvPr userDrawn="1"/>
        </p:nvGrpSpPr>
        <p:grpSpPr>
          <a:xfrm>
            <a:off x="0" y="3280229"/>
            <a:ext cx="12192000" cy="3582424"/>
            <a:chOff x="0" y="3823953"/>
            <a:chExt cx="12192000" cy="3038700"/>
          </a:xfrm>
        </p:grpSpPr>
        <p:sp>
          <p:nvSpPr>
            <p:cNvPr id="40" name="任意多边形: 形状 21"/>
            <p:cNvSpPr/>
            <p:nvPr/>
          </p:nvSpPr>
          <p:spPr>
            <a:xfrm>
              <a:off x="0" y="4623427"/>
              <a:ext cx="12192000" cy="2239226"/>
            </a:xfrm>
            <a:custGeom>
              <a:avLst/>
              <a:gdLst>
                <a:gd name="connsiteX0" fmla="*/ 12192000 w 12192000"/>
                <a:gd name="connsiteY0" fmla="*/ 0 h 2239226"/>
                <a:gd name="connsiteX1" fmla="*/ 12192000 w 12192000"/>
                <a:gd name="connsiteY1" fmla="*/ 2239226 h 2239226"/>
                <a:gd name="connsiteX2" fmla="*/ 0 w 12192000"/>
                <a:gd name="connsiteY2" fmla="*/ 2239226 h 2239226"/>
                <a:gd name="connsiteX3" fmla="*/ 0 w 12192000"/>
                <a:gd name="connsiteY3" fmla="*/ 211720 h 2239226"/>
                <a:gd name="connsiteX4" fmla="*/ 25715 w 12192000"/>
                <a:gd name="connsiteY4" fmla="*/ 217330 h 2239226"/>
                <a:gd name="connsiteX5" fmla="*/ 5651501 w 12192000"/>
                <a:gd name="connsiteY5" fmla="*/ 727926 h 2239226"/>
                <a:gd name="connsiteX6" fmla="*/ 11818716 w 12192000"/>
                <a:gd name="connsiteY6" fmla="*/ 96330 h 22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239226">
                  <a:moveTo>
                    <a:pt x="12192000" y="0"/>
                  </a:moveTo>
                  <a:lnTo>
                    <a:pt x="12192000" y="2239226"/>
                  </a:lnTo>
                  <a:lnTo>
                    <a:pt x="0" y="2239226"/>
                  </a:lnTo>
                  <a:lnTo>
                    <a:pt x="0" y="211720"/>
                  </a:lnTo>
                  <a:lnTo>
                    <a:pt x="25715" y="217330"/>
                  </a:lnTo>
                  <a:cubicBezTo>
                    <a:pt x="1574870" y="537167"/>
                    <a:pt x="3528391" y="727926"/>
                    <a:pt x="5651501" y="727926"/>
                  </a:cubicBezTo>
                  <a:cubicBezTo>
                    <a:pt x="8030170" y="727926"/>
                    <a:pt x="10195966" y="488480"/>
                    <a:pt x="11818716" y="96330"/>
                  </a:cubicBezTo>
                  <a:close/>
                </a:path>
              </a:pathLst>
            </a:custGeom>
            <a:solidFill>
              <a:srgbClr val="1F4E79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41" name="任意多边形: 形状 32"/>
            <p:cNvSpPr/>
            <p:nvPr/>
          </p:nvSpPr>
          <p:spPr>
            <a:xfrm>
              <a:off x="0" y="3823953"/>
              <a:ext cx="5625657" cy="1598948"/>
            </a:xfrm>
            <a:custGeom>
              <a:avLst/>
              <a:gdLst>
                <a:gd name="connsiteX0" fmla="*/ 0 w 5625657"/>
                <a:gd name="connsiteY0" fmla="*/ 0 h 1368174"/>
                <a:gd name="connsiteX1" fmla="*/ 31286 w 5625657"/>
                <a:gd name="connsiteY1" fmla="*/ 20299 h 1368174"/>
                <a:gd name="connsiteX2" fmla="*/ 5335635 w 5625657"/>
                <a:gd name="connsiteY2" fmla="*/ 1358632 h 1368174"/>
                <a:gd name="connsiteX3" fmla="*/ 5625657 w 5625657"/>
                <a:gd name="connsiteY3" fmla="*/ 1368174 h 1368174"/>
                <a:gd name="connsiteX4" fmla="*/ 5411133 w 5625657"/>
                <a:gd name="connsiteY4" fmla="*/ 1364949 h 1368174"/>
                <a:gd name="connsiteX5" fmla="*/ 167861 w 5625657"/>
                <a:gd name="connsiteY5" fmla="*/ 310488 h 1368174"/>
                <a:gd name="connsiteX6" fmla="*/ 0 w 5625657"/>
                <a:gd name="connsiteY6" fmla="*/ 205546 h 136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5657" h="1368174">
                  <a:moveTo>
                    <a:pt x="0" y="0"/>
                  </a:moveTo>
                  <a:lnTo>
                    <a:pt x="31286" y="20299"/>
                  </a:lnTo>
                  <a:cubicBezTo>
                    <a:pt x="1240876" y="756213"/>
                    <a:pt x="3148118" y="1262517"/>
                    <a:pt x="5335635" y="1358632"/>
                  </a:cubicBezTo>
                  <a:lnTo>
                    <a:pt x="5625657" y="1368174"/>
                  </a:lnTo>
                  <a:lnTo>
                    <a:pt x="5411133" y="1364949"/>
                  </a:lnTo>
                  <a:cubicBezTo>
                    <a:pt x="3131199" y="1296026"/>
                    <a:pt x="1189286" y="886745"/>
                    <a:pt x="167861" y="310488"/>
                  </a:cubicBezTo>
                  <a:lnTo>
                    <a:pt x="0" y="205546"/>
                  </a:lnTo>
                  <a:close/>
                </a:path>
              </a:pathLst>
            </a:custGeom>
            <a:gradFill>
              <a:gsLst>
                <a:gs pos="100000">
                  <a:srgbClr val="1F4E79"/>
                </a:gs>
                <a:gs pos="0">
                  <a:srgbClr val="1F4E79">
                    <a:alpha val="52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42" name="任意多边形: 形状 30"/>
            <p:cNvSpPr/>
            <p:nvPr/>
          </p:nvSpPr>
          <p:spPr>
            <a:xfrm>
              <a:off x="6566343" y="3823953"/>
              <a:ext cx="5625657" cy="1598948"/>
            </a:xfrm>
            <a:custGeom>
              <a:avLst/>
              <a:gdLst>
                <a:gd name="connsiteX0" fmla="*/ 5625657 w 5625657"/>
                <a:gd name="connsiteY0" fmla="*/ 0 h 1368174"/>
                <a:gd name="connsiteX1" fmla="*/ 5625657 w 5625657"/>
                <a:gd name="connsiteY1" fmla="*/ 205546 h 1368174"/>
                <a:gd name="connsiteX2" fmla="*/ 5457797 w 5625657"/>
                <a:gd name="connsiteY2" fmla="*/ 310488 h 1368174"/>
                <a:gd name="connsiteX3" fmla="*/ 214524 w 5625657"/>
                <a:gd name="connsiteY3" fmla="*/ 1364949 h 1368174"/>
                <a:gd name="connsiteX4" fmla="*/ 0 w 5625657"/>
                <a:gd name="connsiteY4" fmla="*/ 1368174 h 1368174"/>
                <a:gd name="connsiteX5" fmla="*/ 290022 w 5625657"/>
                <a:gd name="connsiteY5" fmla="*/ 1358632 h 1368174"/>
                <a:gd name="connsiteX6" fmla="*/ 5594371 w 5625657"/>
                <a:gd name="connsiteY6" fmla="*/ 20299 h 136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5657" h="1368174">
                  <a:moveTo>
                    <a:pt x="5625657" y="0"/>
                  </a:moveTo>
                  <a:lnTo>
                    <a:pt x="5625657" y="205546"/>
                  </a:lnTo>
                  <a:lnTo>
                    <a:pt x="5457797" y="310488"/>
                  </a:lnTo>
                  <a:cubicBezTo>
                    <a:pt x="4436371" y="886745"/>
                    <a:pt x="2494458" y="1296026"/>
                    <a:pt x="214524" y="1364949"/>
                  </a:cubicBezTo>
                  <a:lnTo>
                    <a:pt x="0" y="1368174"/>
                  </a:lnTo>
                  <a:lnTo>
                    <a:pt x="290022" y="1358632"/>
                  </a:lnTo>
                  <a:cubicBezTo>
                    <a:pt x="2477540" y="1262517"/>
                    <a:pt x="4384781" y="756213"/>
                    <a:pt x="5594371" y="20299"/>
                  </a:cubicBezTo>
                  <a:close/>
                </a:path>
              </a:pathLst>
            </a:custGeom>
            <a:gradFill>
              <a:gsLst>
                <a:gs pos="100000">
                  <a:srgbClr val="1F4E79"/>
                </a:gs>
                <a:gs pos="0">
                  <a:srgbClr val="1F4E79">
                    <a:alpha val="52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pic>
        <p:nvPicPr>
          <p:cNvPr id="43" name="图形 3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1886" y="354760"/>
            <a:ext cx="1248228" cy="891188"/>
          </a:xfrm>
          <a:prstGeom prst="rect">
            <a:avLst/>
          </a:prstGeom>
        </p:spPr>
      </p:pic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3249702" y="2092603"/>
            <a:ext cx="5692597" cy="1253318"/>
          </a:xfrm>
        </p:spPr>
        <p:txBody>
          <a:bodyPr anchor="b"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36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884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 rot="10800000">
            <a:off x="0" y="0"/>
            <a:ext cx="12192000" cy="3582424"/>
            <a:chOff x="0" y="3823953"/>
            <a:chExt cx="12192000" cy="3038700"/>
          </a:xfrm>
        </p:grpSpPr>
        <p:sp>
          <p:nvSpPr>
            <p:cNvPr id="14" name="任意多边形: 形状 21"/>
            <p:cNvSpPr/>
            <p:nvPr/>
          </p:nvSpPr>
          <p:spPr>
            <a:xfrm>
              <a:off x="0" y="4623427"/>
              <a:ext cx="12192000" cy="2239226"/>
            </a:xfrm>
            <a:custGeom>
              <a:avLst/>
              <a:gdLst>
                <a:gd name="connsiteX0" fmla="*/ 12192000 w 12192000"/>
                <a:gd name="connsiteY0" fmla="*/ 0 h 2239226"/>
                <a:gd name="connsiteX1" fmla="*/ 12192000 w 12192000"/>
                <a:gd name="connsiteY1" fmla="*/ 2239226 h 2239226"/>
                <a:gd name="connsiteX2" fmla="*/ 0 w 12192000"/>
                <a:gd name="connsiteY2" fmla="*/ 2239226 h 2239226"/>
                <a:gd name="connsiteX3" fmla="*/ 0 w 12192000"/>
                <a:gd name="connsiteY3" fmla="*/ 211720 h 2239226"/>
                <a:gd name="connsiteX4" fmla="*/ 25715 w 12192000"/>
                <a:gd name="connsiteY4" fmla="*/ 217330 h 2239226"/>
                <a:gd name="connsiteX5" fmla="*/ 5651501 w 12192000"/>
                <a:gd name="connsiteY5" fmla="*/ 727926 h 2239226"/>
                <a:gd name="connsiteX6" fmla="*/ 11818716 w 12192000"/>
                <a:gd name="connsiteY6" fmla="*/ 96330 h 22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239226">
                  <a:moveTo>
                    <a:pt x="12192000" y="0"/>
                  </a:moveTo>
                  <a:lnTo>
                    <a:pt x="12192000" y="2239226"/>
                  </a:lnTo>
                  <a:lnTo>
                    <a:pt x="0" y="2239226"/>
                  </a:lnTo>
                  <a:lnTo>
                    <a:pt x="0" y="211720"/>
                  </a:lnTo>
                  <a:lnTo>
                    <a:pt x="25715" y="217330"/>
                  </a:lnTo>
                  <a:cubicBezTo>
                    <a:pt x="1574870" y="537167"/>
                    <a:pt x="3528391" y="727926"/>
                    <a:pt x="5651501" y="727926"/>
                  </a:cubicBezTo>
                  <a:cubicBezTo>
                    <a:pt x="8030170" y="727926"/>
                    <a:pt x="10195966" y="488480"/>
                    <a:pt x="11818716" y="96330"/>
                  </a:cubicBezTo>
                  <a:close/>
                </a:path>
              </a:pathLst>
            </a:custGeom>
            <a:solidFill>
              <a:srgbClr val="1F4E79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17" name="任意多边形: 形状 32"/>
            <p:cNvSpPr/>
            <p:nvPr/>
          </p:nvSpPr>
          <p:spPr>
            <a:xfrm>
              <a:off x="0" y="3823953"/>
              <a:ext cx="5625657" cy="1598948"/>
            </a:xfrm>
            <a:custGeom>
              <a:avLst/>
              <a:gdLst>
                <a:gd name="connsiteX0" fmla="*/ 0 w 5625657"/>
                <a:gd name="connsiteY0" fmla="*/ 0 h 1368174"/>
                <a:gd name="connsiteX1" fmla="*/ 31286 w 5625657"/>
                <a:gd name="connsiteY1" fmla="*/ 20299 h 1368174"/>
                <a:gd name="connsiteX2" fmla="*/ 5335635 w 5625657"/>
                <a:gd name="connsiteY2" fmla="*/ 1358632 h 1368174"/>
                <a:gd name="connsiteX3" fmla="*/ 5625657 w 5625657"/>
                <a:gd name="connsiteY3" fmla="*/ 1368174 h 1368174"/>
                <a:gd name="connsiteX4" fmla="*/ 5411133 w 5625657"/>
                <a:gd name="connsiteY4" fmla="*/ 1364949 h 1368174"/>
                <a:gd name="connsiteX5" fmla="*/ 167861 w 5625657"/>
                <a:gd name="connsiteY5" fmla="*/ 310488 h 1368174"/>
                <a:gd name="connsiteX6" fmla="*/ 0 w 5625657"/>
                <a:gd name="connsiteY6" fmla="*/ 205546 h 136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5657" h="1368174">
                  <a:moveTo>
                    <a:pt x="0" y="0"/>
                  </a:moveTo>
                  <a:lnTo>
                    <a:pt x="31286" y="20299"/>
                  </a:lnTo>
                  <a:cubicBezTo>
                    <a:pt x="1240876" y="756213"/>
                    <a:pt x="3148118" y="1262517"/>
                    <a:pt x="5335635" y="1358632"/>
                  </a:cubicBezTo>
                  <a:lnTo>
                    <a:pt x="5625657" y="1368174"/>
                  </a:lnTo>
                  <a:lnTo>
                    <a:pt x="5411133" y="1364949"/>
                  </a:lnTo>
                  <a:cubicBezTo>
                    <a:pt x="3131199" y="1296026"/>
                    <a:pt x="1189286" y="886745"/>
                    <a:pt x="167861" y="310488"/>
                  </a:cubicBezTo>
                  <a:lnTo>
                    <a:pt x="0" y="205546"/>
                  </a:lnTo>
                  <a:close/>
                </a:path>
              </a:pathLst>
            </a:custGeom>
            <a:gradFill>
              <a:gsLst>
                <a:gs pos="100000">
                  <a:srgbClr val="1F4E79"/>
                </a:gs>
                <a:gs pos="0">
                  <a:srgbClr val="1F4E79">
                    <a:alpha val="52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18" name="任意多边形: 形状 30"/>
            <p:cNvSpPr/>
            <p:nvPr/>
          </p:nvSpPr>
          <p:spPr>
            <a:xfrm>
              <a:off x="6566343" y="3823953"/>
              <a:ext cx="5625657" cy="1598948"/>
            </a:xfrm>
            <a:custGeom>
              <a:avLst/>
              <a:gdLst>
                <a:gd name="connsiteX0" fmla="*/ 5625657 w 5625657"/>
                <a:gd name="connsiteY0" fmla="*/ 0 h 1368174"/>
                <a:gd name="connsiteX1" fmla="*/ 5625657 w 5625657"/>
                <a:gd name="connsiteY1" fmla="*/ 205546 h 1368174"/>
                <a:gd name="connsiteX2" fmla="*/ 5457797 w 5625657"/>
                <a:gd name="connsiteY2" fmla="*/ 310488 h 1368174"/>
                <a:gd name="connsiteX3" fmla="*/ 214524 w 5625657"/>
                <a:gd name="connsiteY3" fmla="*/ 1364949 h 1368174"/>
                <a:gd name="connsiteX4" fmla="*/ 0 w 5625657"/>
                <a:gd name="connsiteY4" fmla="*/ 1368174 h 1368174"/>
                <a:gd name="connsiteX5" fmla="*/ 290022 w 5625657"/>
                <a:gd name="connsiteY5" fmla="*/ 1358632 h 1368174"/>
                <a:gd name="connsiteX6" fmla="*/ 5594371 w 5625657"/>
                <a:gd name="connsiteY6" fmla="*/ 20299 h 136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5657" h="1368174">
                  <a:moveTo>
                    <a:pt x="5625657" y="0"/>
                  </a:moveTo>
                  <a:lnTo>
                    <a:pt x="5625657" y="205546"/>
                  </a:lnTo>
                  <a:lnTo>
                    <a:pt x="5457797" y="310488"/>
                  </a:lnTo>
                  <a:cubicBezTo>
                    <a:pt x="4436371" y="886745"/>
                    <a:pt x="2494458" y="1296026"/>
                    <a:pt x="214524" y="1364949"/>
                  </a:cubicBezTo>
                  <a:lnTo>
                    <a:pt x="0" y="1368174"/>
                  </a:lnTo>
                  <a:lnTo>
                    <a:pt x="290022" y="1358632"/>
                  </a:lnTo>
                  <a:cubicBezTo>
                    <a:pt x="2477540" y="1262517"/>
                    <a:pt x="4384781" y="756213"/>
                    <a:pt x="5594371" y="20299"/>
                  </a:cubicBezTo>
                  <a:close/>
                </a:path>
              </a:pathLst>
            </a:custGeom>
            <a:gradFill>
              <a:gsLst>
                <a:gs pos="100000">
                  <a:srgbClr val="1F4E79"/>
                </a:gs>
                <a:gs pos="0">
                  <a:srgbClr val="1F4E79">
                    <a:alpha val="52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pic>
        <p:nvPicPr>
          <p:cNvPr id="19" name="图片 18" descr="背景图案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 rot="10800000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908814" y="3838673"/>
            <a:ext cx="2249110" cy="1253318"/>
          </a:xfrm>
        </p:spPr>
        <p:txBody>
          <a:bodyPr anchor="b"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2000" b="1" kern="1200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4999639" y="2518908"/>
            <a:ext cx="7093506" cy="3517557"/>
          </a:xfrm>
        </p:spPr>
        <p:txBody>
          <a:bodyPr anchor="ctr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0090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背景图案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4745824" y="2766155"/>
            <a:ext cx="6607976" cy="1762898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任意多边形: 形状 15"/>
          <p:cNvSpPr/>
          <p:nvPr userDrawn="1"/>
        </p:nvSpPr>
        <p:spPr>
          <a:xfrm rot="5400000">
            <a:off x="-1484253" y="1484254"/>
            <a:ext cx="6858000" cy="3889492"/>
          </a:xfrm>
          <a:custGeom>
            <a:avLst/>
            <a:gdLst>
              <a:gd name="connsiteX0" fmla="*/ 0 w 6858000"/>
              <a:gd name="connsiteY0" fmla="*/ 3889492 h 3889492"/>
              <a:gd name="connsiteX1" fmla="*/ 0 w 6858000"/>
              <a:gd name="connsiteY1" fmla="*/ 309627 h 3889492"/>
              <a:gd name="connsiteX2" fmla="*/ 389180 w 6858000"/>
              <a:gd name="connsiteY2" fmla="*/ 493813 h 3889492"/>
              <a:gd name="connsiteX3" fmla="*/ 3162792 w 6858000"/>
              <a:gd name="connsiteY3" fmla="*/ 1049776 h 3889492"/>
              <a:gd name="connsiteX4" fmla="*/ 6657697 w 6858000"/>
              <a:gd name="connsiteY4" fmla="*/ 125564 h 3889492"/>
              <a:gd name="connsiteX5" fmla="*/ 6858000 w 6858000"/>
              <a:gd name="connsiteY5" fmla="*/ 0 h 3889492"/>
              <a:gd name="connsiteX6" fmla="*/ 6858000 w 6858000"/>
              <a:gd name="connsiteY6" fmla="*/ 3889492 h 3889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889492">
                <a:moveTo>
                  <a:pt x="0" y="3889492"/>
                </a:moveTo>
                <a:lnTo>
                  <a:pt x="0" y="309627"/>
                </a:lnTo>
                <a:lnTo>
                  <a:pt x="389180" y="493813"/>
                </a:lnTo>
                <a:cubicBezTo>
                  <a:pt x="1211770" y="848157"/>
                  <a:pt x="2157158" y="1049776"/>
                  <a:pt x="3162792" y="1049776"/>
                </a:cubicBezTo>
                <a:cubicBezTo>
                  <a:pt x="4477254" y="1049776"/>
                  <a:pt x="5688787" y="705309"/>
                  <a:pt x="6657697" y="125564"/>
                </a:cubicBezTo>
                <a:lnTo>
                  <a:pt x="6858000" y="0"/>
                </a:lnTo>
                <a:lnTo>
                  <a:pt x="6858000" y="388949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pic>
        <p:nvPicPr>
          <p:cNvPr id="14" name="图形 32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6313" y="6119524"/>
            <a:ext cx="908431" cy="648586"/>
          </a:xfrm>
          <a:prstGeom prst="rect">
            <a:avLst/>
          </a:prstGeom>
        </p:spPr>
      </p:pic>
      <p:sp>
        <p:nvSpPr>
          <p:cNvPr id="15" name="任意多边形: 形状 13"/>
          <p:cNvSpPr/>
          <p:nvPr userDrawn="1"/>
        </p:nvSpPr>
        <p:spPr>
          <a:xfrm rot="5400000">
            <a:off x="2362727" y="448885"/>
            <a:ext cx="3146469" cy="2248701"/>
          </a:xfrm>
          <a:custGeom>
            <a:avLst/>
            <a:gdLst>
              <a:gd name="connsiteX0" fmla="*/ 0 w 3146469"/>
              <a:gd name="connsiteY0" fmla="*/ 427309 h 2248701"/>
              <a:gd name="connsiteX1" fmla="*/ 0 w 3146469"/>
              <a:gd name="connsiteY1" fmla="*/ 0 h 2248701"/>
              <a:gd name="connsiteX2" fmla="*/ 87791 w 3146469"/>
              <a:gd name="connsiteY2" fmla="*/ 142085 h 2248701"/>
              <a:gd name="connsiteX3" fmla="*/ 2963306 w 3146469"/>
              <a:gd name="connsiteY3" fmla="*/ 2227747 h 2248701"/>
              <a:gd name="connsiteX4" fmla="*/ 3146469 w 3146469"/>
              <a:gd name="connsiteY4" fmla="*/ 2248701 h 2248701"/>
              <a:gd name="connsiteX5" fmla="*/ 3010987 w 3146469"/>
              <a:gd name="connsiteY5" fmla="*/ 2241619 h 2248701"/>
              <a:gd name="connsiteX6" fmla="*/ 121355 w 3146469"/>
              <a:gd name="connsiteY6" fmla="*/ 596719 h 224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46469" h="2248701">
                <a:moveTo>
                  <a:pt x="0" y="427309"/>
                </a:moveTo>
                <a:lnTo>
                  <a:pt x="0" y="0"/>
                </a:lnTo>
                <a:lnTo>
                  <a:pt x="87791" y="142085"/>
                </a:lnTo>
                <a:cubicBezTo>
                  <a:pt x="835187" y="1290141"/>
                  <a:pt x="1840821" y="2056260"/>
                  <a:pt x="2963306" y="2227747"/>
                </a:cubicBezTo>
                <a:lnTo>
                  <a:pt x="3146469" y="2248701"/>
                </a:lnTo>
                <a:lnTo>
                  <a:pt x="3010987" y="2241619"/>
                </a:lnTo>
                <a:cubicBezTo>
                  <a:pt x="1841079" y="2118648"/>
                  <a:pt x="812099" y="1502275"/>
                  <a:pt x="121355" y="596719"/>
                </a:cubicBezTo>
                <a:close/>
              </a:path>
            </a:pathLst>
          </a:custGeom>
          <a:gradFill>
            <a:gsLst>
              <a:gs pos="100000">
                <a:srgbClr val="1F4E79"/>
              </a:gs>
              <a:gs pos="0">
                <a:srgbClr val="1F4E79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思源宋体 CN Medium" panose="02020500000000000000" charset="-122"/>
            </a:endParaRPr>
          </a:p>
        </p:txBody>
      </p:sp>
      <p:sp>
        <p:nvSpPr>
          <p:cNvPr id="16" name="任意多边形: 形状 17"/>
          <p:cNvSpPr/>
          <p:nvPr userDrawn="1"/>
        </p:nvSpPr>
        <p:spPr>
          <a:xfrm rot="5400000">
            <a:off x="2353749" y="4198417"/>
            <a:ext cx="3117442" cy="2201723"/>
          </a:xfrm>
          <a:custGeom>
            <a:avLst/>
            <a:gdLst>
              <a:gd name="connsiteX0" fmla="*/ 0 w 3117442"/>
              <a:gd name="connsiteY0" fmla="*/ 2201723 h 2201723"/>
              <a:gd name="connsiteX1" fmla="*/ 183163 w 3117442"/>
              <a:gd name="connsiteY1" fmla="*/ 2180769 h 2201723"/>
              <a:gd name="connsiteX2" fmla="*/ 3058678 w 3117442"/>
              <a:gd name="connsiteY2" fmla="*/ 95107 h 2201723"/>
              <a:gd name="connsiteX3" fmla="*/ 3117442 w 3117442"/>
              <a:gd name="connsiteY3" fmla="*/ 0 h 2201723"/>
              <a:gd name="connsiteX4" fmla="*/ 3117442 w 3117442"/>
              <a:gd name="connsiteY4" fmla="*/ 420853 h 2201723"/>
              <a:gd name="connsiteX5" fmla="*/ 3025114 w 3117442"/>
              <a:gd name="connsiteY5" fmla="*/ 549741 h 2201723"/>
              <a:gd name="connsiteX6" fmla="*/ 135482 w 3117442"/>
              <a:gd name="connsiteY6" fmla="*/ 2194641 h 2201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7442" h="2201723">
                <a:moveTo>
                  <a:pt x="0" y="2201723"/>
                </a:moveTo>
                <a:lnTo>
                  <a:pt x="183163" y="2180769"/>
                </a:lnTo>
                <a:cubicBezTo>
                  <a:pt x="1305649" y="2009282"/>
                  <a:pt x="2311282" y="1243163"/>
                  <a:pt x="3058678" y="95107"/>
                </a:cubicBezTo>
                <a:lnTo>
                  <a:pt x="3117442" y="0"/>
                </a:lnTo>
                <a:lnTo>
                  <a:pt x="3117442" y="420853"/>
                </a:lnTo>
                <a:lnTo>
                  <a:pt x="3025114" y="549741"/>
                </a:lnTo>
                <a:cubicBezTo>
                  <a:pt x="2334370" y="1455297"/>
                  <a:pt x="1305390" y="2071670"/>
                  <a:pt x="135482" y="2194641"/>
                </a:cubicBezTo>
                <a:close/>
              </a:path>
            </a:pathLst>
          </a:custGeom>
          <a:gradFill>
            <a:gsLst>
              <a:gs pos="100000">
                <a:srgbClr val="1F4E79"/>
              </a:gs>
              <a:gs pos="0">
                <a:srgbClr val="1F4E79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2526171" y="2618532"/>
            <a:ext cx="1620935" cy="1620935"/>
            <a:chOff x="1746070" y="2618533"/>
            <a:chExt cx="1620935" cy="1620935"/>
          </a:xfrm>
        </p:grpSpPr>
        <p:sp>
          <p:nvSpPr>
            <p:cNvPr id="18" name="椭圆 17"/>
            <p:cNvSpPr/>
            <p:nvPr/>
          </p:nvSpPr>
          <p:spPr>
            <a:xfrm>
              <a:off x="1746070" y="2618533"/>
              <a:ext cx="1620935" cy="162093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cs typeface="思源宋体 CN Medium" panose="02020500000000000000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902635" y="2775099"/>
              <a:ext cx="1307804" cy="1307802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cs typeface="思源宋体 CN Medium" panose="020205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999861" y="3105835"/>
              <a:ext cx="1113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+mj-ea"/>
                <a:ea typeface="+mj-ea"/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603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背景图案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9" name="内容占位符 2"/>
          <p:cNvSpPr>
            <a:spLocks noGrp="1"/>
          </p:cNvSpPr>
          <p:nvPr>
            <p:ph idx="1"/>
          </p:nvPr>
        </p:nvSpPr>
        <p:spPr>
          <a:xfrm>
            <a:off x="2830943" y="2133600"/>
            <a:ext cx="6846457" cy="248073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</a:t>
            </a:r>
            <a:r>
              <a:rPr lang="zh-CN" altLang="en-US" dirty="0"/>
              <a:t>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41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42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45" name="任意多边形: 形状 17"/>
          <p:cNvSpPr/>
          <p:nvPr userDrawn="1"/>
        </p:nvSpPr>
        <p:spPr>
          <a:xfrm>
            <a:off x="0" y="6129338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50" name="箭头: 五边形 108"/>
          <p:cNvSpPr/>
          <p:nvPr/>
        </p:nvSpPr>
        <p:spPr>
          <a:xfrm>
            <a:off x="2830943" y="1736486"/>
            <a:ext cx="1819398" cy="390229"/>
          </a:xfrm>
          <a:prstGeom prst="homePlate">
            <a:avLst>
              <a:gd name="adj" fmla="val 23118"/>
            </a:avLst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>
            <a:outerShdw blurRad="215900" dist="76200" dir="5400000" algn="t" rotWithShape="0">
              <a:schemeClr val="accent1"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958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 descr="背景图案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D6071237-C3EE-4688-8160-8EF44A8B0EF4}"/>
              </a:ext>
            </a:extLst>
          </p:cNvPr>
          <p:cNvSpPr/>
          <p:nvPr userDrawn="1"/>
        </p:nvSpPr>
        <p:spPr>
          <a:xfrm>
            <a:off x="1041400" y="1293252"/>
            <a:ext cx="10109200" cy="4356100"/>
          </a:xfrm>
          <a:prstGeom prst="rect">
            <a:avLst/>
          </a:prstGeom>
          <a:noFill/>
          <a:ln w="31750">
            <a:gradFill>
              <a:gsLst>
                <a:gs pos="5000">
                  <a:schemeClr val="bg1"/>
                </a:gs>
                <a:gs pos="100000">
                  <a:srgbClr val="1F4E79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56F3D"/>
              </a:solidFill>
            </a:endParaRPr>
          </a:p>
        </p:txBody>
      </p:sp>
      <p:sp>
        <p:nvSpPr>
          <p:cNvPr id="49" name="内容占位符 2"/>
          <p:cNvSpPr>
            <a:spLocks noGrp="1"/>
          </p:cNvSpPr>
          <p:nvPr>
            <p:ph idx="1"/>
          </p:nvPr>
        </p:nvSpPr>
        <p:spPr>
          <a:xfrm>
            <a:off x="2134745" y="2018891"/>
            <a:ext cx="7675868" cy="271786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FontTx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FontTx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FontTx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FontTx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FontTx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" name="半闭框 40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 userDrawn="1"/>
        </p:nvSpPr>
        <p:spPr>
          <a:xfrm>
            <a:off x="1669290" y="1652954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56F3D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半闭框 4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 userDrawn="1"/>
        </p:nvSpPr>
        <p:spPr>
          <a:xfrm rot="10800000">
            <a:off x="9871561" y="4736757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56F3D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46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47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48" name="任意多边形: 形状 17"/>
          <p:cNvSpPr/>
          <p:nvPr userDrawn="1"/>
        </p:nvSpPr>
        <p:spPr>
          <a:xfrm>
            <a:off x="0" y="6129338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37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8944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53" name="图片 52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4" name="组合 5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55" name="组合 5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7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7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6" name="组合 5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6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6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6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D6071237-C3EE-4688-8160-8EF44A8B0EF4}"/>
              </a:ext>
            </a:extLst>
          </p:cNvPr>
          <p:cNvSpPr/>
          <p:nvPr userDrawn="1"/>
        </p:nvSpPr>
        <p:spPr>
          <a:xfrm>
            <a:off x="1041400" y="1293252"/>
            <a:ext cx="10109200" cy="4356100"/>
          </a:xfrm>
          <a:prstGeom prst="rect">
            <a:avLst/>
          </a:prstGeom>
          <a:noFill/>
          <a:ln w="31750">
            <a:gradFill>
              <a:gsLst>
                <a:gs pos="0">
                  <a:schemeClr val="bg1">
                    <a:alpha val="52000"/>
                  </a:schemeClr>
                </a:gs>
                <a:gs pos="100000">
                  <a:srgbClr val="1F4E79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56F3D"/>
              </a:solidFill>
            </a:endParaRPr>
          </a:p>
        </p:txBody>
      </p:sp>
      <p:sp>
        <p:nvSpPr>
          <p:cNvPr id="80" name="内容占位符 2"/>
          <p:cNvSpPr>
            <a:spLocks noGrp="1"/>
          </p:cNvSpPr>
          <p:nvPr>
            <p:ph idx="1"/>
          </p:nvPr>
        </p:nvSpPr>
        <p:spPr>
          <a:xfrm>
            <a:off x="2134745" y="2018891"/>
            <a:ext cx="7675868" cy="271786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4" name="组合 83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85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86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87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36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432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Bulle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44" name="图片 43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0" name="内容占位符 2"/>
          <p:cNvSpPr>
            <a:spLocks noGrp="1"/>
          </p:cNvSpPr>
          <p:nvPr>
            <p:ph idx="1"/>
          </p:nvPr>
        </p:nvSpPr>
        <p:spPr>
          <a:xfrm>
            <a:off x="7136045" y="2123092"/>
            <a:ext cx="4396928" cy="428111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46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47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49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50" name="内容占位符 2"/>
          <p:cNvSpPr>
            <a:spLocks noGrp="1"/>
          </p:cNvSpPr>
          <p:nvPr>
            <p:ph idx="10"/>
          </p:nvPr>
        </p:nvSpPr>
        <p:spPr>
          <a:xfrm>
            <a:off x="1416033" y="2123094"/>
            <a:ext cx="4228052" cy="4281114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6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816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Bulle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sp>
        <p:nvSpPr>
          <p:cNvPr id="48" name="Rectangle 7">
            <a:extLst>
              <a:ext uri="{FF2B5EF4-FFF2-40B4-BE49-F238E27FC236}">
                <a16:creationId xmlns:a16="http://schemas.microsoft.com/office/drawing/2014/main" id="{D5124A69-0379-DCF1-328F-0F436408E93A}"/>
              </a:ext>
            </a:extLst>
          </p:cNvPr>
          <p:cNvSpPr/>
          <p:nvPr userDrawn="1"/>
        </p:nvSpPr>
        <p:spPr>
          <a:xfrm>
            <a:off x="135925" y="0"/>
            <a:ext cx="12192000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图片 43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3" name="内容占位符 2"/>
          <p:cNvSpPr>
            <a:spLocks noGrp="1"/>
          </p:cNvSpPr>
          <p:nvPr>
            <p:ph idx="1"/>
          </p:nvPr>
        </p:nvSpPr>
        <p:spPr>
          <a:xfrm>
            <a:off x="8133140" y="1576604"/>
            <a:ext cx="3685037" cy="3788909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0" name="内容占位符 2"/>
          <p:cNvSpPr>
            <a:spLocks noGrp="1"/>
          </p:cNvSpPr>
          <p:nvPr>
            <p:ph idx="10"/>
          </p:nvPr>
        </p:nvSpPr>
        <p:spPr>
          <a:xfrm>
            <a:off x="695325" y="1576604"/>
            <a:ext cx="3685037" cy="3788909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51" name="组合 50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52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53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55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pic>
        <p:nvPicPr>
          <p:cNvPr id="56" name="Picture Placeholder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6" r="28316"/>
          <a:stretch/>
        </p:blipFill>
        <p:spPr>
          <a:xfrm>
            <a:off x="4704532" y="1172012"/>
            <a:ext cx="3054786" cy="46960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8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8562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40" name="图片 39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5" name="组合 44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46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47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1600730" y="1625566"/>
            <a:ext cx="4305548" cy="4383348"/>
            <a:chOff x="1678306" y="1702090"/>
            <a:chExt cx="2406772" cy="3865789"/>
          </a:xfrm>
        </p:grpSpPr>
        <p:sp>
          <p:nvSpPr>
            <p:cNvPr id="50" name="标题 1"/>
            <p:cNvSpPr txBox="1"/>
            <p:nvPr/>
          </p:nvSpPr>
          <p:spPr>
            <a:xfrm>
              <a:off x="1678306" y="1767404"/>
              <a:ext cx="2406772" cy="3800475"/>
            </a:xfrm>
            <a:prstGeom prst="roundRect">
              <a:avLst>
                <a:gd name="adj" fmla="val 7042"/>
              </a:avLst>
            </a:prstGeom>
            <a:gradFill>
              <a:gsLst>
                <a:gs pos="0">
                  <a:srgbClr val="1F4E79">
                    <a:alpha val="30000"/>
                  </a:srgbClr>
                </a:gs>
                <a:gs pos="100000">
                  <a:srgbClr val="1F4E79">
                    <a:alpha val="52000"/>
                  </a:srgbClr>
                </a:gs>
              </a:gsLst>
              <a:lin ang="16200000" scaled="0"/>
            </a:gradFill>
            <a:ln w="12700" cap="sq">
              <a:noFill/>
              <a:miter/>
            </a:ln>
            <a:effectLst>
              <a:outerShdw blurRad="330200" dist="25400" dir="5400000" sx="90000" sy="90000" algn="t" rotWithShape="0">
                <a:schemeClr val="accent1">
                  <a:lumMod val="75000"/>
                  <a:alpha val="43000"/>
                </a:schemeClr>
              </a:outerShdw>
            </a:effectLst>
          </p:spPr>
          <p:txBody>
            <a:bodyPr vert="horz" wrap="square" lIns="45720" tIns="22860" rIns="45720" bIns="2286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标题 1"/>
            <p:cNvSpPr txBox="1"/>
            <p:nvPr/>
          </p:nvSpPr>
          <p:spPr>
            <a:xfrm>
              <a:off x="2969943" y="1702090"/>
              <a:ext cx="1115135" cy="1236830"/>
            </a:xfrm>
            <a:custGeom>
              <a:avLst/>
              <a:gdLst>
                <a:gd name="connsiteX0" fmla="*/ 0 w 1115135"/>
                <a:gd name="connsiteY0" fmla="*/ 0 h 1236830"/>
                <a:gd name="connsiteX1" fmla="*/ 945650 w 1115135"/>
                <a:gd name="connsiteY1" fmla="*/ 0 h 1236830"/>
                <a:gd name="connsiteX2" fmla="*/ 1115135 w 1115135"/>
                <a:gd name="connsiteY2" fmla="*/ 169485 h 1236830"/>
                <a:gd name="connsiteX3" fmla="*/ 1115135 w 1115135"/>
                <a:gd name="connsiteY3" fmla="*/ 1236830 h 1236830"/>
              </a:gdLst>
              <a:ahLst/>
              <a:cxnLst/>
              <a:rect l="l" t="t" r="r" b="b"/>
              <a:pathLst>
                <a:path w="1115135" h="1236830">
                  <a:moveTo>
                    <a:pt x="0" y="0"/>
                  </a:moveTo>
                  <a:lnTo>
                    <a:pt x="945650" y="0"/>
                  </a:lnTo>
                  <a:cubicBezTo>
                    <a:pt x="1039254" y="0"/>
                    <a:pt x="1115135" y="75881"/>
                    <a:pt x="1115135" y="169485"/>
                  </a:cubicBezTo>
                  <a:lnTo>
                    <a:pt x="1115135" y="1236830"/>
                  </a:ln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标题 1"/>
            <p:cNvSpPr txBox="1"/>
            <p:nvPr/>
          </p:nvSpPr>
          <p:spPr>
            <a:xfrm>
              <a:off x="1678306" y="3592608"/>
              <a:ext cx="1722033" cy="1909957"/>
            </a:xfrm>
            <a:custGeom>
              <a:avLst/>
              <a:gdLst>
                <a:gd name="connsiteX0" fmla="*/ 0 w 1722033"/>
                <a:gd name="connsiteY0" fmla="*/ 0 h 1909957"/>
                <a:gd name="connsiteX1" fmla="*/ 1722033 w 1722033"/>
                <a:gd name="connsiteY1" fmla="*/ 1909957 h 1909957"/>
                <a:gd name="connsiteX2" fmla="*/ 169485 w 1722033"/>
                <a:gd name="connsiteY2" fmla="*/ 1909957 h 1909957"/>
                <a:gd name="connsiteX3" fmla="*/ 0 w 1722033"/>
                <a:gd name="connsiteY3" fmla="*/ 1740472 h 1909957"/>
              </a:gdLst>
              <a:ahLst/>
              <a:cxnLst/>
              <a:rect l="l" t="t" r="r" b="b"/>
              <a:pathLst>
                <a:path w="1722033" h="1909957">
                  <a:moveTo>
                    <a:pt x="0" y="0"/>
                  </a:moveTo>
                  <a:lnTo>
                    <a:pt x="1722033" y="1909957"/>
                  </a:lnTo>
                  <a:lnTo>
                    <a:pt x="169485" y="1909957"/>
                  </a:lnTo>
                  <a:cubicBezTo>
                    <a:pt x="75881" y="1909957"/>
                    <a:pt x="0" y="1834076"/>
                    <a:pt x="0" y="1740472"/>
                  </a:cubicBez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3" name="内容占位符 2"/>
          <p:cNvSpPr>
            <a:spLocks noGrp="1"/>
          </p:cNvSpPr>
          <p:nvPr>
            <p:ph idx="10"/>
          </p:nvPr>
        </p:nvSpPr>
        <p:spPr>
          <a:xfrm>
            <a:off x="6964939" y="1960639"/>
            <a:ext cx="3685037" cy="3788909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4" name="标题 1"/>
          <p:cNvSpPr txBox="1"/>
          <p:nvPr userDrawn="1"/>
        </p:nvSpPr>
        <p:spPr>
          <a:xfrm>
            <a:off x="6718041" y="1696440"/>
            <a:ext cx="4267670" cy="4312474"/>
          </a:xfrm>
          <a:prstGeom prst="roundRect">
            <a:avLst>
              <a:gd name="adj" fmla="val 7042"/>
            </a:avLst>
          </a:prstGeom>
          <a:gradFill>
            <a:gsLst>
              <a:gs pos="0">
                <a:srgbClr val="1F4E79">
                  <a:alpha val="30000"/>
                </a:srgbClr>
              </a:gs>
              <a:gs pos="100000">
                <a:srgbClr val="1F4E79">
                  <a:alpha val="52000"/>
                </a:srgb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25400" dir="5400000" sx="90000" sy="90000" algn="t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内容占位符 2"/>
          <p:cNvSpPr>
            <a:spLocks noGrp="1"/>
          </p:cNvSpPr>
          <p:nvPr>
            <p:ph idx="11"/>
          </p:nvPr>
        </p:nvSpPr>
        <p:spPr>
          <a:xfrm>
            <a:off x="1925681" y="1960640"/>
            <a:ext cx="3685037" cy="3788909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31153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Bulle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66" name="图片 65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67" name="组合 6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68" name="组合 6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9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9" name="组合 6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8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9" name="组合 108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110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111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112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135" name="标题 1"/>
          <p:cNvSpPr txBox="1"/>
          <p:nvPr userDrawn="1"/>
        </p:nvSpPr>
        <p:spPr>
          <a:xfrm>
            <a:off x="887833" y="2581265"/>
            <a:ext cx="10416633" cy="14056"/>
          </a:xfrm>
          <a:custGeom>
            <a:avLst/>
            <a:gdLst>
              <a:gd name="connsiteX0" fmla="*/ 10415629 w 10416633"/>
              <a:gd name="connsiteY0" fmla="*/ 0 h 14056"/>
              <a:gd name="connsiteX1" fmla="*/ 10416634 w 10416633"/>
              <a:gd name="connsiteY1" fmla="*/ 14056 h 14056"/>
              <a:gd name="connsiteX2" fmla="*/ 0 w 10416633"/>
              <a:gd name="connsiteY2" fmla="*/ 14056 h 14056"/>
              <a:gd name="connsiteX3" fmla="*/ 0 w 10416633"/>
              <a:gd name="connsiteY3" fmla="*/ 0 h 14056"/>
            </a:gdLst>
            <a:ahLst/>
            <a:cxnLst/>
            <a:rect l="l" t="t" r="r" b="b"/>
            <a:pathLst>
              <a:path w="10416633" h="14056">
                <a:moveTo>
                  <a:pt x="10415629" y="0"/>
                </a:moveTo>
                <a:lnTo>
                  <a:pt x="10416634" y="14056"/>
                </a:lnTo>
                <a:lnTo>
                  <a:pt x="0" y="14056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003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3" name="标题 1"/>
          <p:cNvSpPr txBox="1"/>
          <p:nvPr userDrawn="1"/>
        </p:nvSpPr>
        <p:spPr>
          <a:xfrm>
            <a:off x="2277752" y="1429261"/>
            <a:ext cx="1391564" cy="1392565"/>
          </a:xfrm>
          <a:custGeom>
            <a:avLst/>
            <a:gdLst>
              <a:gd name="connsiteX0" fmla="*/ 695783 w 1391564"/>
              <a:gd name="connsiteY0" fmla="*/ 1392566 h 1392565"/>
              <a:gd name="connsiteX1" fmla="*/ 2 w 1391564"/>
              <a:gd name="connsiteY1" fmla="*/ 696785 h 1392565"/>
              <a:gd name="connsiteX2" fmla="*/ 695783 w 1391564"/>
              <a:gd name="connsiteY2" fmla="*/ 0 h 1392565"/>
              <a:gd name="connsiteX3" fmla="*/ 1391564 w 1391564"/>
              <a:gd name="connsiteY3" fmla="*/ 695781 h 1392565"/>
              <a:gd name="connsiteX4" fmla="*/ 695783 w 1391564"/>
              <a:gd name="connsiteY4" fmla="*/ 1392566 h 1392565"/>
            </a:gdLst>
            <a:ahLst/>
            <a:cxnLst/>
            <a:rect l="l" t="t" r="r" b="b"/>
            <a:pathLst>
              <a:path w="1391564" h="1392565">
                <a:moveTo>
                  <a:pt x="695783" y="1392566"/>
                </a:moveTo>
                <a:cubicBezTo>
                  <a:pt x="311246" y="1392566"/>
                  <a:pt x="2" y="1081322"/>
                  <a:pt x="2" y="696785"/>
                </a:cubicBezTo>
                <a:cubicBezTo>
                  <a:pt x="-1002" y="311244"/>
                  <a:pt x="311246" y="0"/>
                  <a:pt x="695783" y="0"/>
                </a:cubicBezTo>
                <a:cubicBezTo>
                  <a:pt x="1080320" y="0"/>
                  <a:pt x="1391564" y="311244"/>
                  <a:pt x="1391564" y="695781"/>
                </a:cubicBezTo>
                <a:cubicBezTo>
                  <a:pt x="1391564" y="1080318"/>
                  <a:pt x="1079316" y="1392566"/>
                  <a:pt x="695783" y="1392566"/>
                </a:cubicBezTo>
                <a:close/>
              </a:path>
            </a:pathLst>
          </a:custGeom>
          <a:solidFill>
            <a:srgbClr val="1F4E79"/>
          </a:solidFill>
          <a:ln w="1003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4" name="标题 1"/>
          <p:cNvSpPr txBox="1"/>
          <p:nvPr userDrawn="1"/>
        </p:nvSpPr>
        <p:spPr>
          <a:xfrm>
            <a:off x="5446306" y="1430266"/>
            <a:ext cx="1391561" cy="1391561"/>
          </a:xfrm>
          <a:custGeom>
            <a:avLst/>
            <a:gdLst>
              <a:gd name="connsiteX0" fmla="*/ 695781 w 1391561"/>
              <a:gd name="connsiteY0" fmla="*/ 1391562 h 1391561"/>
              <a:gd name="connsiteX1" fmla="*/ 0 w 1391561"/>
              <a:gd name="connsiteY1" fmla="*/ 695781 h 1391561"/>
              <a:gd name="connsiteX2" fmla="*/ 695781 w 1391561"/>
              <a:gd name="connsiteY2" fmla="*/ 0 h 1391561"/>
              <a:gd name="connsiteX3" fmla="*/ 1391562 w 1391561"/>
              <a:gd name="connsiteY3" fmla="*/ 695781 h 1391561"/>
              <a:gd name="connsiteX4" fmla="*/ 695781 w 1391561"/>
              <a:gd name="connsiteY4" fmla="*/ 1391562 h 1391561"/>
            </a:gdLst>
            <a:ahLst/>
            <a:cxnLst/>
            <a:rect l="l" t="t" r="r" b="b"/>
            <a:pathLst>
              <a:path w="1391561" h="1391561">
                <a:moveTo>
                  <a:pt x="695781" y="1391562"/>
                </a:moveTo>
                <a:cubicBezTo>
                  <a:pt x="311244" y="1391562"/>
                  <a:pt x="0" y="1080318"/>
                  <a:pt x="0" y="695781"/>
                </a:cubicBezTo>
                <a:cubicBezTo>
                  <a:pt x="0" y="311244"/>
                  <a:pt x="311244" y="0"/>
                  <a:pt x="695781" y="0"/>
                </a:cubicBezTo>
                <a:cubicBezTo>
                  <a:pt x="1080318" y="0"/>
                  <a:pt x="1391562" y="311244"/>
                  <a:pt x="1391562" y="695781"/>
                </a:cubicBezTo>
                <a:cubicBezTo>
                  <a:pt x="1391562" y="1079314"/>
                  <a:pt x="1079314" y="1391562"/>
                  <a:pt x="695781" y="1391562"/>
                </a:cubicBezTo>
                <a:close/>
              </a:path>
            </a:pathLst>
          </a:custGeom>
          <a:solidFill>
            <a:srgbClr val="1F4E79"/>
          </a:solidFill>
          <a:ln w="1003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5" name="标题 1"/>
          <p:cNvSpPr txBox="1"/>
          <p:nvPr userDrawn="1"/>
        </p:nvSpPr>
        <p:spPr>
          <a:xfrm>
            <a:off x="8621795" y="1429261"/>
            <a:ext cx="1391564" cy="1392565"/>
          </a:xfrm>
          <a:custGeom>
            <a:avLst/>
            <a:gdLst>
              <a:gd name="connsiteX0" fmla="*/ 695783 w 1391564"/>
              <a:gd name="connsiteY0" fmla="*/ 1392566 h 1392565"/>
              <a:gd name="connsiteX1" fmla="*/ 2 w 1391564"/>
              <a:gd name="connsiteY1" fmla="*/ 696785 h 1392565"/>
              <a:gd name="connsiteX2" fmla="*/ 695783 w 1391564"/>
              <a:gd name="connsiteY2" fmla="*/ 0 h 1392565"/>
              <a:gd name="connsiteX3" fmla="*/ 1391564 w 1391564"/>
              <a:gd name="connsiteY3" fmla="*/ 695781 h 1392565"/>
              <a:gd name="connsiteX4" fmla="*/ 695783 w 1391564"/>
              <a:gd name="connsiteY4" fmla="*/ 1392566 h 1392565"/>
            </a:gdLst>
            <a:ahLst/>
            <a:cxnLst/>
            <a:rect l="l" t="t" r="r" b="b"/>
            <a:pathLst>
              <a:path w="1391564" h="1392565">
                <a:moveTo>
                  <a:pt x="695783" y="1392566"/>
                </a:moveTo>
                <a:cubicBezTo>
                  <a:pt x="311247" y="1392566"/>
                  <a:pt x="2" y="1081322"/>
                  <a:pt x="2" y="696785"/>
                </a:cubicBezTo>
                <a:cubicBezTo>
                  <a:pt x="-1001" y="311244"/>
                  <a:pt x="311247" y="0"/>
                  <a:pt x="695783" y="0"/>
                </a:cubicBezTo>
                <a:cubicBezTo>
                  <a:pt x="1080321" y="0"/>
                  <a:pt x="1391564" y="311244"/>
                  <a:pt x="1391564" y="695781"/>
                </a:cubicBezTo>
                <a:cubicBezTo>
                  <a:pt x="1391564" y="1080318"/>
                  <a:pt x="1079316" y="1392566"/>
                  <a:pt x="695783" y="1392566"/>
                </a:cubicBezTo>
                <a:close/>
              </a:path>
            </a:pathLst>
          </a:custGeom>
          <a:solidFill>
            <a:srgbClr val="1F4E79"/>
          </a:solidFill>
          <a:ln w="1003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4" name="标题 1"/>
          <p:cNvSpPr txBox="1"/>
          <p:nvPr userDrawn="1"/>
        </p:nvSpPr>
        <p:spPr>
          <a:xfrm>
            <a:off x="9070088" y="1847710"/>
            <a:ext cx="494978" cy="533130"/>
          </a:xfrm>
          <a:custGeom>
            <a:avLst/>
            <a:gdLst>
              <a:gd name="connsiteX0" fmla="*/ 247991 w 494978"/>
              <a:gd name="connsiteY0" fmla="*/ 533131 h 533130"/>
              <a:gd name="connsiteX1" fmla="*/ 222891 w 494978"/>
              <a:gd name="connsiteY1" fmla="*/ 532127 h 533130"/>
              <a:gd name="connsiteX2" fmla="*/ 210843 w 494978"/>
              <a:gd name="connsiteY2" fmla="*/ 530119 h 533130"/>
              <a:gd name="connsiteX3" fmla="*/ 202810 w 494978"/>
              <a:gd name="connsiteY3" fmla="*/ 529115 h 533130"/>
              <a:gd name="connsiteX4" fmla="*/ 200803 w 494978"/>
              <a:gd name="connsiteY4" fmla="*/ 522087 h 533130"/>
              <a:gd name="connsiteX5" fmla="*/ 196786 w 494978"/>
              <a:gd name="connsiteY5" fmla="*/ 508031 h 533130"/>
              <a:gd name="connsiteX6" fmla="*/ 189758 w 494978"/>
              <a:gd name="connsiteY6" fmla="*/ 476906 h 533130"/>
              <a:gd name="connsiteX7" fmla="*/ 186746 w 494978"/>
              <a:gd name="connsiteY7" fmla="*/ 456826 h 533130"/>
              <a:gd name="connsiteX8" fmla="*/ 115462 w 494978"/>
              <a:gd name="connsiteY8" fmla="*/ 415661 h 533130"/>
              <a:gd name="connsiteX9" fmla="*/ 96385 w 494978"/>
              <a:gd name="connsiteY9" fmla="*/ 423693 h 533130"/>
              <a:gd name="connsiteX10" fmla="*/ 66264 w 494978"/>
              <a:gd name="connsiteY10" fmla="*/ 433734 h 533130"/>
              <a:gd name="connsiteX11" fmla="*/ 52208 w 494978"/>
              <a:gd name="connsiteY11" fmla="*/ 436746 h 533130"/>
              <a:gd name="connsiteX12" fmla="*/ 44176 w 494978"/>
              <a:gd name="connsiteY12" fmla="*/ 438754 h 533130"/>
              <a:gd name="connsiteX13" fmla="*/ 32128 w 494978"/>
              <a:gd name="connsiteY13" fmla="*/ 421685 h 533130"/>
              <a:gd name="connsiteX14" fmla="*/ 21084 w 494978"/>
              <a:gd name="connsiteY14" fmla="*/ 403613 h 533130"/>
              <a:gd name="connsiteX15" fmla="*/ 19076 w 494978"/>
              <a:gd name="connsiteY15" fmla="*/ 399597 h 533130"/>
              <a:gd name="connsiteX16" fmla="*/ 10040 w 494978"/>
              <a:gd name="connsiteY16" fmla="*/ 382529 h 533130"/>
              <a:gd name="connsiteX17" fmla="*/ 7028 w 494978"/>
              <a:gd name="connsiteY17" fmla="*/ 377509 h 533130"/>
              <a:gd name="connsiteX18" fmla="*/ 2008 w 494978"/>
              <a:gd name="connsiteY18" fmla="*/ 365461 h 533130"/>
              <a:gd name="connsiteX19" fmla="*/ 0 w 494978"/>
              <a:gd name="connsiteY19" fmla="*/ 358433 h 533130"/>
              <a:gd name="connsiteX20" fmla="*/ 5020 w 494978"/>
              <a:gd name="connsiteY20" fmla="*/ 352409 h 533130"/>
              <a:gd name="connsiteX21" fmla="*/ 38152 w 494978"/>
              <a:gd name="connsiteY21" fmla="*/ 320280 h 533130"/>
              <a:gd name="connsiteX22" fmla="*/ 54217 w 494978"/>
              <a:gd name="connsiteY22" fmla="*/ 307228 h 533130"/>
              <a:gd name="connsiteX23" fmla="*/ 50201 w 494978"/>
              <a:gd name="connsiteY23" fmla="*/ 266063 h 533130"/>
              <a:gd name="connsiteX24" fmla="*/ 54217 w 494978"/>
              <a:gd name="connsiteY24" fmla="*/ 224899 h 533130"/>
              <a:gd name="connsiteX25" fmla="*/ 38152 w 494978"/>
              <a:gd name="connsiteY25" fmla="*/ 211847 h 533130"/>
              <a:gd name="connsiteX26" fmla="*/ 5020 w 494978"/>
              <a:gd name="connsiteY26" fmla="*/ 179718 h 533130"/>
              <a:gd name="connsiteX27" fmla="*/ 0 w 494978"/>
              <a:gd name="connsiteY27" fmla="*/ 173694 h 533130"/>
              <a:gd name="connsiteX28" fmla="*/ 2008 w 494978"/>
              <a:gd name="connsiteY28" fmla="*/ 166666 h 533130"/>
              <a:gd name="connsiteX29" fmla="*/ 7028 w 494978"/>
              <a:gd name="connsiteY29" fmla="*/ 154618 h 533130"/>
              <a:gd name="connsiteX30" fmla="*/ 10040 w 494978"/>
              <a:gd name="connsiteY30" fmla="*/ 148594 h 533130"/>
              <a:gd name="connsiteX31" fmla="*/ 19076 w 494978"/>
              <a:gd name="connsiteY31" fmla="*/ 131526 h 533130"/>
              <a:gd name="connsiteX32" fmla="*/ 21084 w 494978"/>
              <a:gd name="connsiteY32" fmla="*/ 128514 h 533130"/>
              <a:gd name="connsiteX33" fmla="*/ 33133 w 494978"/>
              <a:gd name="connsiteY33" fmla="*/ 110441 h 533130"/>
              <a:gd name="connsiteX34" fmla="*/ 44176 w 494978"/>
              <a:gd name="connsiteY34" fmla="*/ 95381 h 533130"/>
              <a:gd name="connsiteX35" fmla="*/ 52208 w 494978"/>
              <a:gd name="connsiteY35" fmla="*/ 97389 h 533130"/>
              <a:gd name="connsiteX36" fmla="*/ 66264 w 494978"/>
              <a:gd name="connsiteY36" fmla="*/ 100401 h 533130"/>
              <a:gd name="connsiteX37" fmla="*/ 96385 w 494978"/>
              <a:gd name="connsiteY37" fmla="*/ 110441 h 533130"/>
              <a:gd name="connsiteX38" fmla="*/ 115462 w 494978"/>
              <a:gd name="connsiteY38" fmla="*/ 118474 h 533130"/>
              <a:gd name="connsiteX39" fmla="*/ 186746 w 494978"/>
              <a:gd name="connsiteY39" fmla="*/ 77309 h 533130"/>
              <a:gd name="connsiteX40" fmla="*/ 189758 w 494978"/>
              <a:gd name="connsiteY40" fmla="*/ 56225 h 533130"/>
              <a:gd name="connsiteX41" fmla="*/ 196786 w 494978"/>
              <a:gd name="connsiteY41" fmla="*/ 25100 h 533130"/>
              <a:gd name="connsiteX42" fmla="*/ 200803 w 494978"/>
              <a:gd name="connsiteY42" fmla="*/ 11044 h 533130"/>
              <a:gd name="connsiteX43" fmla="*/ 202810 w 494978"/>
              <a:gd name="connsiteY43" fmla="*/ 4016 h 533130"/>
              <a:gd name="connsiteX44" fmla="*/ 209838 w 494978"/>
              <a:gd name="connsiteY44" fmla="*/ 3012 h 533130"/>
              <a:gd name="connsiteX45" fmla="*/ 221887 w 494978"/>
              <a:gd name="connsiteY45" fmla="*/ 1004 h 533130"/>
              <a:gd name="connsiteX46" fmla="*/ 246987 w 494978"/>
              <a:gd name="connsiteY46" fmla="*/ 0 h 533130"/>
              <a:gd name="connsiteX47" fmla="*/ 272087 w 494978"/>
              <a:gd name="connsiteY47" fmla="*/ 1004 h 533130"/>
              <a:gd name="connsiteX48" fmla="*/ 285139 w 494978"/>
              <a:gd name="connsiteY48" fmla="*/ 3012 h 533130"/>
              <a:gd name="connsiteX49" fmla="*/ 292167 w 494978"/>
              <a:gd name="connsiteY49" fmla="*/ 4016 h 533130"/>
              <a:gd name="connsiteX50" fmla="*/ 294176 w 494978"/>
              <a:gd name="connsiteY50" fmla="*/ 11044 h 533130"/>
              <a:gd name="connsiteX51" fmla="*/ 298192 w 494978"/>
              <a:gd name="connsiteY51" fmla="*/ 25100 h 533130"/>
              <a:gd name="connsiteX52" fmla="*/ 305220 w 494978"/>
              <a:gd name="connsiteY52" fmla="*/ 56225 h 533130"/>
              <a:gd name="connsiteX53" fmla="*/ 308232 w 494978"/>
              <a:gd name="connsiteY53" fmla="*/ 76305 h 533130"/>
              <a:gd name="connsiteX54" fmla="*/ 379517 w 494978"/>
              <a:gd name="connsiteY54" fmla="*/ 117470 h 533130"/>
              <a:gd name="connsiteX55" fmla="*/ 398593 w 494978"/>
              <a:gd name="connsiteY55" fmla="*/ 109437 h 533130"/>
              <a:gd name="connsiteX56" fmla="*/ 428713 w 494978"/>
              <a:gd name="connsiteY56" fmla="*/ 99397 h 533130"/>
              <a:gd name="connsiteX57" fmla="*/ 442769 w 494978"/>
              <a:gd name="connsiteY57" fmla="*/ 96385 h 533130"/>
              <a:gd name="connsiteX58" fmla="*/ 450802 w 494978"/>
              <a:gd name="connsiteY58" fmla="*/ 94377 h 533130"/>
              <a:gd name="connsiteX59" fmla="*/ 461846 w 494978"/>
              <a:gd name="connsiteY59" fmla="*/ 109437 h 533130"/>
              <a:gd name="connsiteX60" fmla="*/ 472890 w 494978"/>
              <a:gd name="connsiteY60" fmla="*/ 125502 h 533130"/>
              <a:gd name="connsiteX61" fmla="*/ 475902 w 494978"/>
              <a:gd name="connsiteY61" fmla="*/ 130522 h 533130"/>
              <a:gd name="connsiteX62" fmla="*/ 484938 w 494978"/>
              <a:gd name="connsiteY62" fmla="*/ 147590 h 533130"/>
              <a:gd name="connsiteX63" fmla="*/ 487950 w 494978"/>
              <a:gd name="connsiteY63" fmla="*/ 152610 h 533130"/>
              <a:gd name="connsiteX64" fmla="*/ 492970 w 494978"/>
              <a:gd name="connsiteY64" fmla="*/ 164658 h 533130"/>
              <a:gd name="connsiteX65" fmla="*/ 494978 w 494978"/>
              <a:gd name="connsiteY65" fmla="*/ 171686 h 533130"/>
              <a:gd name="connsiteX66" fmla="*/ 489958 w 494978"/>
              <a:gd name="connsiteY66" fmla="*/ 176706 h 533130"/>
              <a:gd name="connsiteX67" fmla="*/ 456825 w 494978"/>
              <a:gd name="connsiteY67" fmla="*/ 208835 h 533130"/>
              <a:gd name="connsiteX68" fmla="*/ 440762 w 494978"/>
              <a:gd name="connsiteY68" fmla="*/ 221887 h 533130"/>
              <a:gd name="connsiteX69" fmla="*/ 444778 w 494978"/>
              <a:gd name="connsiteY69" fmla="*/ 263051 h 533130"/>
              <a:gd name="connsiteX70" fmla="*/ 440762 w 494978"/>
              <a:gd name="connsiteY70" fmla="*/ 304216 h 533130"/>
              <a:gd name="connsiteX71" fmla="*/ 456825 w 494978"/>
              <a:gd name="connsiteY71" fmla="*/ 317268 h 533130"/>
              <a:gd name="connsiteX72" fmla="*/ 456825 w 494978"/>
              <a:gd name="connsiteY72" fmla="*/ 317268 h 533130"/>
              <a:gd name="connsiteX73" fmla="*/ 489958 w 494978"/>
              <a:gd name="connsiteY73" fmla="*/ 349396 h 533130"/>
              <a:gd name="connsiteX74" fmla="*/ 494978 w 494978"/>
              <a:gd name="connsiteY74" fmla="*/ 354417 h 533130"/>
              <a:gd name="connsiteX75" fmla="*/ 492970 w 494978"/>
              <a:gd name="connsiteY75" fmla="*/ 361445 h 533130"/>
              <a:gd name="connsiteX76" fmla="*/ 487950 w 494978"/>
              <a:gd name="connsiteY76" fmla="*/ 373493 h 533130"/>
              <a:gd name="connsiteX77" fmla="*/ 485942 w 494978"/>
              <a:gd name="connsiteY77" fmla="*/ 378513 h 533130"/>
              <a:gd name="connsiteX78" fmla="*/ 476906 w 494978"/>
              <a:gd name="connsiteY78" fmla="*/ 396585 h 533130"/>
              <a:gd name="connsiteX79" fmla="*/ 472890 w 494978"/>
              <a:gd name="connsiteY79" fmla="*/ 405621 h 533130"/>
              <a:gd name="connsiteX80" fmla="*/ 461846 w 494978"/>
              <a:gd name="connsiteY80" fmla="*/ 422689 h 533130"/>
              <a:gd name="connsiteX81" fmla="*/ 450802 w 494978"/>
              <a:gd name="connsiteY81" fmla="*/ 437750 h 533130"/>
              <a:gd name="connsiteX82" fmla="*/ 442769 w 494978"/>
              <a:gd name="connsiteY82" fmla="*/ 435742 h 533130"/>
              <a:gd name="connsiteX83" fmla="*/ 428713 w 494978"/>
              <a:gd name="connsiteY83" fmla="*/ 432730 h 533130"/>
              <a:gd name="connsiteX84" fmla="*/ 398593 w 494978"/>
              <a:gd name="connsiteY84" fmla="*/ 422689 h 533130"/>
              <a:gd name="connsiteX85" fmla="*/ 379517 w 494978"/>
              <a:gd name="connsiteY85" fmla="*/ 414657 h 533130"/>
              <a:gd name="connsiteX86" fmla="*/ 308232 w 494978"/>
              <a:gd name="connsiteY86" fmla="*/ 455822 h 533130"/>
              <a:gd name="connsiteX87" fmla="*/ 305220 w 494978"/>
              <a:gd name="connsiteY87" fmla="*/ 476906 h 533130"/>
              <a:gd name="connsiteX88" fmla="*/ 298192 w 494978"/>
              <a:gd name="connsiteY88" fmla="*/ 508031 h 533130"/>
              <a:gd name="connsiteX89" fmla="*/ 294176 w 494978"/>
              <a:gd name="connsiteY89" fmla="*/ 522087 h 533130"/>
              <a:gd name="connsiteX90" fmla="*/ 292167 w 494978"/>
              <a:gd name="connsiteY90" fmla="*/ 529115 h 533130"/>
              <a:gd name="connsiteX91" fmla="*/ 285139 w 494978"/>
              <a:gd name="connsiteY91" fmla="*/ 530119 h 533130"/>
              <a:gd name="connsiteX92" fmla="*/ 273092 w 494978"/>
              <a:gd name="connsiteY92" fmla="*/ 532127 h 533130"/>
              <a:gd name="connsiteX93" fmla="*/ 247991 w 494978"/>
              <a:gd name="connsiteY93" fmla="*/ 533131 h 533130"/>
              <a:gd name="connsiteX94" fmla="*/ 221887 w 494978"/>
              <a:gd name="connsiteY94" fmla="*/ 506022 h 533130"/>
              <a:gd name="connsiteX95" fmla="*/ 224899 w 494978"/>
              <a:gd name="connsiteY95" fmla="*/ 506022 h 533130"/>
              <a:gd name="connsiteX96" fmla="*/ 247991 w 494978"/>
              <a:gd name="connsiteY96" fmla="*/ 507026 h 533130"/>
              <a:gd name="connsiteX97" fmla="*/ 271083 w 494978"/>
              <a:gd name="connsiteY97" fmla="*/ 506022 h 533130"/>
              <a:gd name="connsiteX98" fmla="*/ 273092 w 494978"/>
              <a:gd name="connsiteY98" fmla="*/ 506022 h 533130"/>
              <a:gd name="connsiteX99" fmla="*/ 275099 w 494978"/>
              <a:gd name="connsiteY99" fmla="*/ 501002 h 533130"/>
              <a:gd name="connsiteX100" fmla="*/ 281123 w 494978"/>
              <a:gd name="connsiteY100" fmla="*/ 472890 h 533130"/>
              <a:gd name="connsiteX101" fmla="*/ 284136 w 494978"/>
              <a:gd name="connsiteY101" fmla="*/ 445782 h 533130"/>
              <a:gd name="connsiteX102" fmla="*/ 285139 w 494978"/>
              <a:gd name="connsiteY102" fmla="*/ 436746 h 533130"/>
              <a:gd name="connsiteX103" fmla="*/ 293172 w 494978"/>
              <a:gd name="connsiteY103" fmla="*/ 433734 h 533130"/>
              <a:gd name="connsiteX104" fmla="*/ 368473 w 494978"/>
              <a:gd name="connsiteY104" fmla="*/ 390561 h 533130"/>
              <a:gd name="connsiteX105" fmla="*/ 374496 w 494978"/>
              <a:gd name="connsiteY105" fmla="*/ 384537 h 533130"/>
              <a:gd name="connsiteX106" fmla="*/ 382529 w 494978"/>
              <a:gd name="connsiteY106" fmla="*/ 388553 h 533130"/>
              <a:gd name="connsiteX107" fmla="*/ 406625 w 494978"/>
              <a:gd name="connsiteY107" fmla="*/ 398593 h 533130"/>
              <a:gd name="connsiteX108" fmla="*/ 434738 w 494978"/>
              <a:gd name="connsiteY108" fmla="*/ 407629 h 533130"/>
              <a:gd name="connsiteX109" fmla="*/ 439757 w 494978"/>
              <a:gd name="connsiteY109" fmla="*/ 408633 h 533130"/>
              <a:gd name="connsiteX110" fmla="*/ 441766 w 494978"/>
              <a:gd name="connsiteY110" fmla="*/ 406625 h 533130"/>
              <a:gd name="connsiteX111" fmla="*/ 450802 w 494978"/>
              <a:gd name="connsiteY111" fmla="*/ 392569 h 533130"/>
              <a:gd name="connsiteX112" fmla="*/ 453814 w 494978"/>
              <a:gd name="connsiteY112" fmla="*/ 387549 h 533130"/>
              <a:gd name="connsiteX113" fmla="*/ 461846 w 494978"/>
              <a:gd name="connsiteY113" fmla="*/ 372489 h 533130"/>
              <a:gd name="connsiteX114" fmla="*/ 464858 w 494978"/>
              <a:gd name="connsiteY114" fmla="*/ 366465 h 533130"/>
              <a:gd name="connsiteX115" fmla="*/ 465862 w 494978"/>
              <a:gd name="connsiteY115" fmla="*/ 364457 h 533130"/>
              <a:gd name="connsiteX116" fmla="*/ 440762 w 494978"/>
              <a:gd name="connsiteY116" fmla="*/ 341364 h 533130"/>
              <a:gd name="connsiteX117" fmla="*/ 440762 w 494978"/>
              <a:gd name="connsiteY117" fmla="*/ 341364 h 533130"/>
              <a:gd name="connsiteX118" fmla="*/ 418673 w 494978"/>
              <a:gd name="connsiteY118" fmla="*/ 325300 h 533130"/>
              <a:gd name="connsiteX119" fmla="*/ 411645 w 494978"/>
              <a:gd name="connsiteY119" fmla="*/ 320280 h 533130"/>
              <a:gd name="connsiteX120" fmla="*/ 413653 w 494978"/>
              <a:gd name="connsiteY120" fmla="*/ 311244 h 533130"/>
              <a:gd name="connsiteX121" fmla="*/ 418673 w 494978"/>
              <a:gd name="connsiteY121" fmla="*/ 268071 h 533130"/>
              <a:gd name="connsiteX122" fmla="*/ 413653 w 494978"/>
              <a:gd name="connsiteY122" fmla="*/ 224899 h 533130"/>
              <a:gd name="connsiteX123" fmla="*/ 411645 w 494978"/>
              <a:gd name="connsiteY123" fmla="*/ 215863 h 533130"/>
              <a:gd name="connsiteX124" fmla="*/ 418673 w 494978"/>
              <a:gd name="connsiteY124" fmla="*/ 210843 h 533130"/>
              <a:gd name="connsiteX125" fmla="*/ 440762 w 494978"/>
              <a:gd name="connsiteY125" fmla="*/ 194779 h 533130"/>
              <a:gd name="connsiteX126" fmla="*/ 465862 w 494978"/>
              <a:gd name="connsiteY126" fmla="*/ 171686 h 533130"/>
              <a:gd name="connsiteX127" fmla="*/ 464858 w 494978"/>
              <a:gd name="connsiteY127" fmla="*/ 169678 h 533130"/>
              <a:gd name="connsiteX128" fmla="*/ 461846 w 494978"/>
              <a:gd name="connsiteY128" fmla="*/ 163654 h 533130"/>
              <a:gd name="connsiteX129" fmla="*/ 454818 w 494978"/>
              <a:gd name="connsiteY129" fmla="*/ 149598 h 533130"/>
              <a:gd name="connsiteX130" fmla="*/ 451806 w 494978"/>
              <a:gd name="connsiteY130" fmla="*/ 144578 h 533130"/>
              <a:gd name="connsiteX131" fmla="*/ 442769 w 494978"/>
              <a:gd name="connsiteY131" fmla="*/ 130522 h 533130"/>
              <a:gd name="connsiteX132" fmla="*/ 440762 w 494978"/>
              <a:gd name="connsiteY132" fmla="*/ 128514 h 533130"/>
              <a:gd name="connsiteX133" fmla="*/ 435741 w 494978"/>
              <a:gd name="connsiteY133" fmla="*/ 129518 h 533130"/>
              <a:gd name="connsiteX134" fmla="*/ 407629 w 494978"/>
              <a:gd name="connsiteY134" fmla="*/ 138554 h 533130"/>
              <a:gd name="connsiteX135" fmla="*/ 382529 w 494978"/>
              <a:gd name="connsiteY135" fmla="*/ 149598 h 533130"/>
              <a:gd name="connsiteX136" fmla="*/ 374496 w 494978"/>
              <a:gd name="connsiteY136" fmla="*/ 153614 h 533130"/>
              <a:gd name="connsiteX137" fmla="*/ 368473 w 494978"/>
              <a:gd name="connsiteY137" fmla="*/ 147590 h 533130"/>
              <a:gd name="connsiteX138" fmla="*/ 293172 w 494978"/>
              <a:gd name="connsiteY138" fmla="*/ 104417 h 533130"/>
              <a:gd name="connsiteX139" fmla="*/ 284136 w 494978"/>
              <a:gd name="connsiteY139" fmla="*/ 102409 h 533130"/>
              <a:gd name="connsiteX140" fmla="*/ 283132 w 494978"/>
              <a:gd name="connsiteY140" fmla="*/ 93373 h 533130"/>
              <a:gd name="connsiteX141" fmla="*/ 280120 w 494978"/>
              <a:gd name="connsiteY141" fmla="*/ 64257 h 533130"/>
              <a:gd name="connsiteX142" fmla="*/ 274095 w 494978"/>
              <a:gd name="connsiteY142" fmla="*/ 36144 h 533130"/>
              <a:gd name="connsiteX143" fmla="*/ 273092 w 494978"/>
              <a:gd name="connsiteY143" fmla="*/ 31124 h 533130"/>
              <a:gd name="connsiteX144" fmla="*/ 270079 w 494978"/>
              <a:gd name="connsiteY144" fmla="*/ 31124 h 533130"/>
              <a:gd name="connsiteX145" fmla="*/ 246987 w 494978"/>
              <a:gd name="connsiteY145" fmla="*/ 30120 h 533130"/>
              <a:gd name="connsiteX146" fmla="*/ 223894 w 494978"/>
              <a:gd name="connsiteY146" fmla="*/ 31124 h 533130"/>
              <a:gd name="connsiteX147" fmla="*/ 221887 w 494978"/>
              <a:gd name="connsiteY147" fmla="*/ 31124 h 533130"/>
              <a:gd name="connsiteX148" fmla="*/ 219878 w 494978"/>
              <a:gd name="connsiteY148" fmla="*/ 36144 h 533130"/>
              <a:gd name="connsiteX149" fmla="*/ 213854 w 494978"/>
              <a:gd name="connsiteY149" fmla="*/ 64257 h 533130"/>
              <a:gd name="connsiteX150" fmla="*/ 210843 w 494978"/>
              <a:gd name="connsiteY150" fmla="*/ 91365 h 533130"/>
              <a:gd name="connsiteX151" fmla="*/ 209838 w 494978"/>
              <a:gd name="connsiteY151" fmla="*/ 100401 h 533130"/>
              <a:gd name="connsiteX152" fmla="*/ 200803 w 494978"/>
              <a:gd name="connsiteY152" fmla="*/ 102409 h 533130"/>
              <a:gd name="connsiteX153" fmla="*/ 125502 w 494978"/>
              <a:gd name="connsiteY153" fmla="*/ 145582 h 533130"/>
              <a:gd name="connsiteX154" fmla="*/ 119477 w 494978"/>
              <a:gd name="connsiteY154" fmla="*/ 151606 h 533130"/>
              <a:gd name="connsiteX155" fmla="*/ 112449 w 494978"/>
              <a:gd name="connsiteY155" fmla="*/ 147590 h 533130"/>
              <a:gd name="connsiteX156" fmla="*/ 88353 w 494978"/>
              <a:gd name="connsiteY156" fmla="*/ 137550 h 533130"/>
              <a:gd name="connsiteX157" fmla="*/ 60241 w 494978"/>
              <a:gd name="connsiteY157" fmla="*/ 128514 h 533130"/>
              <a:gd name="connsiteX158" fmla="*/ 55220 w 494978"/>
              <a:gd name="connsiteY158" fmla="*/ 127510 h 533130"/>
              <a:gd name="connsiteX159" fmla="*/ 52208 w 494978"/>
              <a:gd name="connsiteY159" fmla="*/ 129518 h 533130"/>
              <a:gd name="connsiteX160" fmla="*/ 42168 w 494978"/>
              <a:gd name="connsiteY160" fmla="*/ 144578 h 533130"/>
              <a:gd name="connsiteX161" fmla="*/ 40161 w 494978"/>
              <a:gd name="connsiteY161" fmla="*/ 148594 h 533130"/>
              <a:gd name="connsiteX162" fmla="*/ 33133 w 494978"/>
              <a:gd name="connsiteY162" fmla="*/ 162650 h 533130"/>
              <a:gd name="connsiteX163" fmla="*/ 30120 w 494978"/>
              <a:gd name="connsiteY163" fmla="*/ 169678 h 533130"/>
              <a:gd name="connsiteX164" fmla="*/ 29116 w 494978"/>
              <a:gd name="connsiteY164" fmla="*/ 171686 h 533130"/>
              <a:gd name="connsiteX165" fmla="*/ 54217 w 494978"/>
              <a:gd name="connsiteY165" fmla="*/ 194779 h 533130"/>
              <a:gd name="connsiteX166" fmla="*/ 76304 w 494978"/>
              <a:gd name="connsiteY166" fmla="*/ 210843 h 533130"/>
              <a:gd name="connsiteX167" fmla="*/ 83333 w 494978"/>
              <a:gd name="connsiteY167" fmla="*/ 215863 h 533130"/>
              <a:gd name="connsiteX168" fmla="*/ 80321 w 494978"/>
              <a:gd name="connsiteY168" fmla="*/ 224899 h 533130"/>
              <a:gd name="connsiteX169" fmla="*/ 75301 w 494978"/>
              <a:gd name="connsiteY169" fmla="*/ 268071 h 533130"/>
              <a:gd name="connsiteX170" fmla="*/ 80321 w 494978"/>
              <a:gd name="connsiteY170" fmla="*/ 311244 h 533130"/>
              <a:gd name="connsiteX171" fmla="*/ 82329 w 494978"/>
              <a:gd name="connsiteY171" fmla="*/ 320280 h 533130"/>
              <a:gd name="connsiteX172" fmla="*/ 75301 w 494978"/>
              <a:gd name="connsiteY172" fmla="*/ 325300 h 533130"/>
              <a:gd name="connsiteX173" fmla="*/ 53213 w 494978"/>
              <a:gd name="connsiteY173" fmla="*/ 341364 h 533130"/>
              <a:gd name="connsiteX174" fmla="*/ 28112 w 494978"/>
              <a:gd name="connsiteY174" fmla="*/ 364457 h 533130"/>
              <a:gd name="connsiteX175" fmla="*/ 29116 w 494978"/>
              <a:gd name="connsiteY175" fmla="*/ 366465 h 533130"/>
              <a:gd name="connsiteX176" fmla="*/ 32128 w 494978"/>
              <a:gd name="connsiteY176" fmla="*/ 372489 h 533130"/>
              <a:gd name="connsiteX177" fmla="*/ 39156 w 494978"/>
              <a:gd name="connsiteY177" fmla="*/ 386545 h 533130"/>
              <a:gd name="connsiteX178" fmla="*/ 42168 w 494978"/>
              <a:gd name="connsiteY178" fmla="*/ 390561 h 533130"/>
              <a:gd name="connsiteX179" fmla="*/ 52208 w 494978"/>
              <a:gd name="connsiteY179" fmla="*/ 405621 h 533130"/>
              <a:gd name="connsiteX180" fmla="*/ 54217 w 494978"/>
              <a:gd name="connsiteY180" fmla="*/ 407629 h 533130"/>
              <a:gd name="connsiteX181" fmla="*/ 59236 w 494978"/>
              <a:gd name="connsiteY181" fmla="*/ 406625 h 533130"/>
              <a:gd name="connsiteX182" fmla="*/ 87349 w 494978"/>
              <a:gd name="connsiteY182" fmla="*/ 397589 h 533130"/>
              <a:gd name="connsiteX183" fmla="*/ 112449 w 494978"/>
              <a:gd name="connsiteY183" fmla="*/ 386545 h 533130"/>
              <a:gd name="connsiteX184" fmla="*/ 120481 w 494978"/>
              <a:gd name="connsiteY184" fmla="*/ 382529 h 533130"/>
              <a:gd name="connsiteX185" fmla="*/ 126505 w 494978"/>
              <a:gd name="connsiteY185" fmla="*/ 388553 h 533130"/>
              <a:gd name="connsiteX186" fmla="*/ 201806 w 494978"/>
              <a:gd name="connsiteY186" fmla="*/ 431726 h 533130"/>
              <a:gd name="connsiteX187" fmla="*/ 210843 w 494978"/>
              <a:gd name="connsiteY187" fmla="*/ 433734 h 533130"/>
              <a:gd name="connsiteX188" fmla="*/ 211847 w 494978"/>
              <a:gd name="connsiteY188" fmla="*/ 442770 h 533130"/>
              <a:gd name="connsiteX189" fmla="*/ 214859 w 494978"/>
              <a:gd name="connsiteY189" fmla="*/ 469878 h 533130"/>
              <a:gd name="connsiteX190" fmla="*/ 220883 w 494978"/>
              <a:gd name="connsiteY190" fmla="*/ 497990 h 533130"/>
              <a:gd name="connsiteX191" fmla="*/ 221887 w 494978"/>
              <a:gd name="connsiteY191" fmla="*/ 506022 h 533130"/>
              <a:gd name="connsiteX192" fmla="*/ 246987 w 494978"/>
              <a:gd name="connsiteY192" fmla="*/ 371485 h 533130"/>
              <a:gd name="connsiteX193" fmla="*/ 143574 w 494978"/>
              <a:gd name="connsiteY193" fmla="*/ 268071 h 533130"/>
              <a:gd name="connsiteX194" fmla="*/ 246987 w 494978"/>
              <a:gd name="connsiteY194" fmla="*/ 164658 h 533130"/>
              <a:gd name="connsiteX195" fmla="*/ 350400 w 494978"/>
              <a:gd name="connsiteY195" fmla="*/ 268071 h 533130"/>
              <a:gd name="connsiteX196" fmla="*/ 246987 w 494978"/>
              <a:gd name="connsiteY196" fmla="*/ 371485 h 533130"/>
              <a:gd name="connsiteX197" fmla="*/ 246987 w 494978"/>
              <a:gd name="connsiteY197" fmla="*/ 189758 h 533130"/>
              <a:gd name="connsiteX198" fmla="*/ 168674 w 494978"/>
              <a:gd name="connsiteY198" fmla="*/ 268071 h 533130"/>
              <a:gd name="connsiteX199" fmla="*/ 246987 w 494978"/>
              <a:gd name="connsiteY199" fmla="*/ 346384 h 533130"/>
              <a:gd name="connsiteX200" fmla="*/ 325300 w 494978"/>
              <a:gd name="connsiteY200" fmla="*/ 268071 h 533130"/>
              <a:gd name="connsiteX201" fmla="*/ 246987 w 494978"/>
              <a:gd name="connsiteY201" fmla="*/ 189758 h 533130"/>
            </a:gdLst>
            <a:ahLst/>
            <a:cxnLst/>
            <a:rect l="l" t="t" r="r" b="b"/>
            <a:pathLst>
              <a:path w="494978" h="533130">
                <a:moveTo>
                  <a:pt x="247991" y="533131"/>
                </a:moveTo>
                <a:cubicBezTo>
                  <a:pt x="237951" y="533131"/>
                  <a:pt x="228915" y="532127"/>
                  <a:pt x="222891" y="532127"/>
                </a:cubicBezTo>
                <a:cubicBezTo>
                  <a:pt x="214859" y="531123"/>
                  <a:pt x="210843" y="530119"/>
                  <a:pt x="210843" y="530119"/>
                </a:cubicBezTo>
                <a:lnTo>
                  <a:pt x="202810" y="529115"/>
                </a:lnTo>
                <a:lnTo>
                  <a:pt x="200803" y="522087"/>
                </a:lnTo>
                <a:cubicBezTo>
                  <a:pt x="200803" y="522087"/>
                  <a:pt x="198794" y="516063"/>
                  <a:pt x="196786" y="508031"/>
                </a:cubicBezTo>
                <a:cubicBezTo>
                  <a:pt x="194778" y="499998"/>
                  <a:pt x="191766" y="488954"/>
                  <a:pt x="189758" y="476906"/>
                </a:cubicBezTo>
                <a:cubicBezTo>
                  <a:pt x="188754" y="469878"/>
                  <a:pt x="187750" y="462850"/>
                  <a:pt x="186746" y="456826"/>
                </a:cubicBezTo>
                <a:cubicBezTo>
                  <a:pt x="160642" y="447790"/>
                  <a:pt x="136546" y="434738"/>
                  <a:pt x="115462" y="415661"/>
                </a:cubicBezTo>
                <a:cubicBezTo>
                  <a:pt x="109437" y="418673"/>
                  <a:pt x="103413" y="421685"/>
                  <a:pt x="96385" y="423693"/>
                </a:cubicBezTo>
                <a:cubicBezTo>
                  <a:pt x="86345" y="427709"/>
                  <a:pt x="75301" y="430721"/>
                  <a:pt x="66264" y="433734"/>
                </a:cubicBezTo>
                <a:cubicBezTo>
                  <a:pt x="58233" y="435742"/>
                  <a:pt x="52208" y="436746"/>
                  <a:pt x="52208" y="436746"/>
                </a:cubicBezTo>
                <a:lnTo>
                  <a:pt x="44176" y="438754"/>
                </a:lnTo>
                <a:lnTo>
                  <a:pt x="32128" y="421685"/>
                </a:lnTo>
                <a:cubicBezTo>
                  <a:pt x="29116" y="417669"/>
                  <a:pt x="25100" y="410641"/>
                  <a:pt x="21084" y="403613"/>
                </a:cubicBezTo>
                <a:lnTo>
                  <a:pt x="19076" y="399597"/>
                </a:lnTo>
                <a:cubicBezTo>
                  <a:pt x="15060" y="394577"/>
                  <a:pt x="13052" y="388553"/>
                  <a:pt x="10040" y="382529"/>
                </a:cubicBezTo>
                <a:lnTo>
                  <a:pt x="7028" y="377509"/>
                </a:lnTo>
                <a:cubicBezTo>
                  <a:pt x="3012" y="370481"/>
                  <a:pt x="2008" y="365461"/>
                  <a:pt x="2008" y="365461"/>
                </a:cubicBezTo>
                <a:lnTo>
                  <a:pt x="0" y="358433"/>
                </a:lnTo>
                <a:lnTo>
                  <a:pt x="5020" y="352409"/>
                </a:lnTo>
                <a:cubicBezTo>
                  <a:pt x="6024" y="351405"/>
                  <a:pt x="21084" y="334336"/>
                  <a:pt x="38152" y="320280"/>
                </a:cubicBezTo>
                <a:cubicBezTo>
                  <a:pt x="44176" y="315260"/>
                  <a:pt x="49196" y="311244"/>
                  <a:pt x="54217" y="307228"/>
                </a:cubicBezTo>
                <a:cubicBezTo>
                  <a:pt x="51204" y="294176"/>
                  <a:pt x="50201" y="280120"/>
                  <a:pt x="50201" y="266063"/>
                </a:cubicBezTo>
                <a:cubicBezTo>
                  <a:pt x="50201" y="252007"/>
                  <a:pt x="51204" y="238955"/>
                  <a:pt x="54217" y="224899"/>
                </a:cubicBezTo>
                <a:cubicBezTo>
                  <a:pt x="49196" y="220883"/>
                  <a:pt x="43173" y="216867"/>
                  <a:pt x="38152" y="211847"/>
                </a:cubicBezTo>
                <a:cubicBezTo>
                  <a:pt x="21084" y="197791"/>
                  <a:pt x="5020" y="180722"/>
                  <a:pt x="5020" y="179718"/>
                </a:cubicBezTo>
                <a:lnTo>
                  <a:pt x="0" y="173694"/>
                </a:lnTo>
                <a:lnTo>
                  <a:pt x="2008" y="166666"/>
                </a:lnTo>
                <a:cubicBezTo>
                  <a:pt x="2008" y="166666"/>
                  <a:pt x="4016" y="161646"/>
                  <a:pt x="7028" y="154618"/>
                </a:cubicBezTo>
                <a:lnTo>
                  <a:pt x="10040" y="148594"/>
                </a:lnTo>
                <a:cubicBezTo>
                  <a:pt x="12048" y="143574"/>
                  <a:pt x="15060" y="137550"/>
                  <a:pt x="19076" y="131526"/>
                </a:cubicBezTo>
                <a:lnTo>
                  <a:pt x="21084" y="128514"/>
                </a:lnTo>
                <a:cubicBezTo>
                  <a:pt x="25100" y="121486"/>
                  <a:pt x="29116" y="115461"/>
                  <a:pt x="33133" y="110441"/>
                </a:cubicBezTo>
                <a:lnTo>
                  <a:pt x="44176" y="95381"/>
                </a:lnTo>
                <a:lnTo>
                  <a:pt x="52208" y="97389"/>
                </a:lnTo>
                <a:cubicBezTo>
                  <a:pt x="52208" y="97389"/>
                  <a:pt x="58233" y="98393"/>
                  <a:pt x="66264" y="100401"/>
                </a:cubicBezTo>
                <a:cubicBezTo>
                  <a:pt x="74297" y="102409"/>
                  <a:pt x="86345" y="106425"/>
                  <a:pt x="96385" y="110441"/>
                </a:cubicBezTo>
                <a:cubicBezTo>
                  <a:pt x="103413" y="112449"/>
                  <a:pt x="109437" y="115461"/>
                  <a:pt x="115462" y="118474"/>
                </a:cubicBezTo>
                <a:cubicBezTo>
                  <a:pt x="135542" y="100401"/>
                  <a:pt x="160642" y="86345"/>
                  <a:pt x="186746" y="77309"/>
                </a:cubicBezTo>
                <a:cubicBezTo>
                  <a:pt x="187750" y="71285"/>
                  <a:pt x="187750" y="64257"/>
                  <a:pt x="189758" y="56225"/>
                </a:cubicBezTo>
                <a:cubicBezTo>
                  <a:pt x="191766" y="45181"/>
                  <a:pt x="193775" y="34136"/>
                  <a:pt x="196786" y="25100"/>
                </a:cubicBezTo>
                <a:cubicBezTo>
                  <a:pt x="198794" y="16064"/>
                  <a:pt x="200803" y="11044"/>
                  <a:pt x="200803" y="11044"/>
                </a:cubicBezTo>
                <a:lnTo>
                  <a:pt x="202810" y="4016"/>
                </a:lnTo>
                <a:lnTo>
                  <a:pt x="209838" y="3012"/>
                </a:lnTo>
                <a:cubicBezTo>
                  <a:pt x="209838" y="3012"/>
                  <a:pt x="214859" y="2008"/>
                  <a:pt x="221887" y="1004"/>
                </a:cubicBezTo>
                <a:cubicBezTo>
                  <a:pt x="228915" y="1004"/>
                  <a:pt x="237951" y="0"/>
                  <a:pt x="246987" y="0"/>
                </a:cubicBezTo>
                <a:cubicBezTo>
                  <a:pt x="257027" y="0"/>
                  <a:pt x="265059" y="1004"/>
                  <a:pt x="272087" y="1004"/>
                </a:cubicBezTo>
                <a:cubicBezTo>
                  <a:pt x="280120" y="2008"/>
                  <a:pt x="285139" y="3012"/>
                  <a:pt x="285139" y="3012"/>
                </a:cubicBezTo>
                <a:lnTo>
                  <a:pt x="292167" y="4016"/>
                </a:lnTo>
                <a:lnTo>
                  <a:pt x="294176" y="11044"/>
                </a:lnTo>
                <a:cubicBezTo>
                  <a:pt x="294176" y="11044"/>
                  <a:pt x="296184" y="17068"/>
                  <a:pt x="298192" y="25100"/>
                </a:cubicBezTo>
                <a:cubicBezTo>
                  <a:pt x="300200" y="34136"/>
                  <a:pt x="303212" y="44177"/>
                  <a:pt x="305220" y="56225"/>
                </a:cubicBezTo>
                <a:cubicBezTo>
                  <a:pt x="306223" y="63253"/>
                  <a:pt x="307228" y="70281"/>
                  <a:pt x="308232" y="76305"/>
                </a:cubicBezTo>
                <a:cubicBezTo>
                  <a:pt x="334336" y="85341"/>
                  <a:pt x="358433" y="99397"/>
                  <a:pt x="379517" y="117470"/>
                </a:cubicBezTo>
                <a:cubicBezTo>
                  <a:pt x="385541" y="114457"/>
                  <a:pt x="391565" y="111445"/>
                  <a:pt x="398593" y="109437"/>
                </a:cubicBezTo>
                <a:cubicBezTo>
                  <a:pt x="408633" y="105421"/>
                  <a:pt x="419677" y="102409"/>
                  <a:pt x="428713" y="99397"/>
                </a:cubicBezTo>
                <a:cubicBezTo>
                  <a:pt x="436745" y="97389"/>
                  <a:pt x="442769" y="96385"/>
                  <a:pt x="442769" y="96385"/>
                </a:cubicBezTo>
                <a:lnTo>
                  <a:pt x="450802" y="94377"/>
                </a:lnTo>
                <a:lnTo>
                  <a:pt x="461846" y="109437"/>
                </a:lnTo>
                <a:cubicBezTo>
                  <a:pt x="464858" y="113453"/>
                  <a:pt x="468874" y="119478"/>
                  <a:pt x="472890" y="125502"/>
                </a:cubicBezTo>
                <a:lnTo>
                  <a:pt x="475902" y="130522"/>
                </a:lnTo>
                <a:cubicBezTo>
                  <a:pt x="479918" y="136546"/>
                  <a:pt x="481926" y="142570"/>
                  <a:pt x="484938" y="147590"/>
                </a:cubicBezTo>
                <a:lnTo>
                  <a:pt x="487950" y="152610"/>
                </a:lnTo>
                <a:cubicBezTo>
                  <a:pt x="491966" y="159638"/>
                  <a:pt x="492970" y="164658"/>
                  <a:pt x="492970" y="164658"/>
                </a:cubicBezTo>
                <a:lnTo>
                  <a:pt x="494978" y="171686"/>
                </a:lnTo>
                <a:lnTo>
                  <a:pt x="489958" y="176706"/>
                </a:lnTo>
                <a:cubicBezTo>
                  <a:pt x="488954" y="177710"/>
                  <a:pt x="473894" y="194779"/>
                  <a:pt x="456825" y="208835"/>
                </a:cubicBezTo>
                <a:cubicBezTo>
                  <a:pt x="450802" y="213855"/>
                  <a:pt x="445781" y="217871"/>
                  <a:pt x="440762" y="221887"/>
                </a:cubicBezTo>
                <a:cubicBezTo>
                  <a:pt x="443774" y="234939"/>
                  <a:pt x="444778" y="248995"/>
                  <a:pt x="444778" y="263051"/>
                </a:cubicBezTo>
                <a:cubicBezTo>
                  <a:pt x="444778" y="277108"/>
                  <a:pt x="443774" y="290160"/>
                  <a:pt x="440762" y="304216"/>
                </a:cubicBezTo>
                <a:cubicBezTo>
                  <a:pt x="445781" y="308232"/>
                  <a:pt x="451806" y="312248"/>
                  <a:pt x="456825" y="317268"/>
                </a:cubicBezTo>
                <a:lnTo>
                  <a:pt x="456825" y="317268"/>
                </a:lnTo>
                <a:cubicBezTo>
                  <a:pt x="473894" y="331324"/>
                  <a:pt x="489958" y="348392"/>
                  <a:pt x="489958" y="349396"/>
                </a:cubicBezTo>
                <a:lnTo>
                  <a:pt x="494978" y="354417"/>
                </a:lnTo>
                <a:lnTo>
                  <a:pt x="492970" y="361445"/>
                </a:lnTo>
                <a:cubicBezTo>
                  <a:pt x="492970" y="361445"/>
                  <a:pt x="490962" y="366465"/>
                  <a:pt x="487950" y="373493"/>
                </a:cubicBezTo>
                <a:lnTo>
                  <a:pt x="485942" y="378513"/>
                </a:lnTo>
                <a:cubicBezTo>
                  <a:pt x="482930" y="383533"/>
                  <a:pt x="479918" y="390561"/>
                  <a:pt x="476906" y="396585"/>
                </a:cubicBezTo>
                <a:lnTo>
                  <a:pt x="472890" y="405621"/>
                </a:lnTo>
                <a:cubicBezTo>
                  <a:pt x="468874" y="411645"/>
                  <a:pt x="465862" y="417669"/>
                  <a:pt x="461846" y="422689"/>
                </a:cubicBezTo>
                <a:lnTo>
                  <a:pt x="450802" y="437750"/>
                </a:lnTo>
                <a:lnTo>
                  <a:pt x="442769" y="435742"/>
                </a:lnTo>
                <a:cubicBezTo>
                  <a:pt x="442769" y="435742"/>
                  <a:pt x="436745" y="434738"/>
                  <a:pt x="428713" y="432730"/>
                </a:cubicBezTo>
                <a:cubicBezTo>
                  <a:pt x="420681" y="430721"/>
                  <a:pt x="408633" y="426705"/>
                  <a:pt x="398593" y="422689"/>
                </a:cubicBezTo>
                <a:cubicBezTo>
                  <a:pt x="391565" y="420681"/>
                  <a:pt x="385541" y="417669"/>
                  <a:pt x="379517" y="414657"/>
                </a:cubicBezTo>
                <a:cubicBezTo>
                  <a:pt x="359437" y="432730"/>
                  <a:pt x="334336" y="446786"/>
                  <a:pt x="308232" y="455822"/>
                </a:cubicBezTo>
                <a:cubicBezTo>
                  <a:pt x="307228" y="461846"/>
                  <a:pt x="307228" y="468874"/>
                  <a:pt x="305220" y="476906"/>
                </a:cubicBezTo>
                <a:cubicBezTo>
                  <a:pt x="303212" y="487950"/>
                  <a:pt x="300200" y="498994"/>
                  <a:pt x="298192" y="508031"/>
                </a:cubicBezTo>
                <a:cubicBezTo>
                  <a:pt x="296184" y="517067"/>
                  <a:pt x="294176" y="522087"/>
                  <a:pt x="294176" y="522087"/>
                </a:cubicBezTo>
                <a:lnTo>
                  <a:pt x="292167" y="529115"/>
                </a:lnTo>
                <a:lnTo>
                  <a:pt x="285139" y="530119"/>
                </a:lnTo>
                <a:cubicBezTo>
                  <a:pt x="285139" y="530119"/>
                  <a:pt x="280120" y="531123"/>
                  <a:pt x="273092" y="532127"/>
                </a:cubicBezTo>
                <a:cubicBezTo>
                  <a:pt x="265059" y="532127"/>
                  <a:pt x="257027" y="532127"/>
                  <a:pt x="247991" y="533131"/>
                </a:cubicBezTo>
                <a:close/>
                <a:moveTo>
                  <a:pt x="221887" y="506022"/>
                </a:moveTo>
                <a:cubicBezTo>
                  <a:pt x="222891" y="506022"/>
                  <a:pt x="223894" y="506022"/>
                  <a:pt x="224899" y="506022"/>
                </a:cubicBezTo>
                <a:cubicBezTo>
                  <a:pt x="230923" y="506022"/>
                  <a:pt x="239959" y="507026"/>
                  <a:pt x="247991" y="507026"/>
                </a:cubicBezTo>
                <a:cubicBezTo>
                  <a:pt x="255019" y="507026"/>
                  <a:pt x="264055" y="506022"/>
                  <a:pt x="271083" y="506022"/>
                </a:cubicBezTo>
                <a:cubicBezTo>
                  <a:pt x="272087" y="506022"/>
                  <a:pt x="273092" y="506022"/>
                  <a:pt x="273092" y="506022"/>
                </a:cubicBezTo>
                <a:cubicBezTo>
                  <a:pt x="273092" y="504014"/>
                  <a:pt x="274095" y="503010"/>
                  <a:pt x="275099" y="501002"/>
                </a:cubicBezTo>
                <a:cubicBezTo>
                  <a:pt x="277107" y="492970"/>
                  <a:pt x="280120" y="482930"/>
                  <a:pt x="281123" y="472890"/>
                </a:cubicBezTo>
                <a:cubicBezTo>
                  <a:pt x="283132" y="462850"/>
                  <a:pt x="284136" y="453814"/>
                  <a:pt x="284136" y="445782"/>
                </a:cubicBezTo>
                <a:lnTo>
                  <a:pt x="285139" y="436746"/>
                </a:lnTo>
                <a:lnTo>
                  <a:pt x="293172" y="433734"/>
                </a:lnTo>
                <a:cubicBezTo>
                  <a:pt x="321284" y="425701"/>
                  <a:pt x="347388" y="410641"/>
                  <a:pt x="368473" y="390561"/>
                </a:cubicBezTo>
                <a:lnTo>
                  <a:pt x="374496" y="384537"/>
                </a:lnTo>
                <a:lnTo>
                  <a:pt x="382529" y="388553"/>
                </a:lnTo>
                <a:cubicBezTo>
                  <a:pt x="389557" y="391565"/>
                  <a:pt x="397589" y="395581"/>
                  <a:pt x="406625" y="398593"/>
                </a:cubicBezTo>
                <a:cubicBezTo>
                  <a:pt x="416666" y="402609"/>
                  <a:pt x="426705" y="405621"/>
                  <a:pt x="434738" y="407629"/>
                </a:cubicBezTo>
                <a:cubicBezTo>
                  <a:pt x="436745" y="407629"/>
                  <a:pt x="438753" y="408633"/>
                  <a:pt x="439757" y="408633"/>
                </a:cubicBezTo>
                <a:lnTo>
                  <a:pt x="441766" y="406625"/>
                </a:lnTo>
                <a:cubicBezTo>
                  <a:pt x="444778" y="402609"/>
                  <a:pt x="447790" y="397589"/>
                  <a:pt x="450802" y="392569"/>
                </a:cubicBezTo>
                <a:lnTo>
                  <a:pt x="453814" y="387549"/>
                </a:lnTo>
                <a:cubicBezTo>
                  <a:pt x="456825" y="382529"/>
                  <a:pt x="459838" y="377509"/>
                  <a:pt x="461846" y="372489"/>
                </a:cubicBezTo>
                <a:lnTo>
                  <a:pt x="464858" y="366465"/>
                </a:lnTo>
                <a:cubicBezTo>
                  <a:pt x="464858" y="365461"/>
                  <a:pt x="465862" y="365461"/>
                  <a:pt x="465862" y="364457"/>
                </a:cubicBezTo>
                <a:cubicBezTo>
                  <a:pt x="459838" y="358433"/>
                  <a:pt x="450802" y="349396"/>
                  <a:pt x="440762" y="341364"/>
                </a:cubicBezTo>
                <a:lnTo>
                  <a:pt x="440762" y="341364"/>
                </a:lnTo>
                <a:cubicBezTo>
                  <a:pt x="432729" y="335340"/>
                  <a:pt x="425701" y="329316"/>
                  <a:pt x="418673" y="325300"/>
                </a:cubicBezTo>
                <a:lnTo>
                  <a:pt x="411645" y="320280"/>
                </a:lnTo>
                <a:lnTo>
                  <a:pt x="413653" y="311244"/>
                </a:lnTo>
                <a:cubicBezTo>
                  <a:pt x="417669" y="297188"/>
                  <a:pt x="418673" y="282128"/>
                  <a:pt x="418673" y="268071"/>
                </a:cubicBezTo>
                <a:cubicBezTo>
                  <a:pt x="418673" y="253011"/>
                  <a:pt x="416666" y="238955"/>
                  <a:pt x="413653" y="224899"/>
                </a:cubicBezTo>
                <a:lnTo>
                  <a:pt x="411645" y="215863"/>
                </a:lnTo>
                <a:lnTo>
                  <a:pt x="418673" y="210843"/>
                </a:lnTo>
                <a:cubicBezTo>
                  <a:pt x="424697" y="206827"/>
                  <a:pt x="432729" y="200803"/>
                  <a:pt x="440762" y="194779"/>
                </a:cubicBezTo>
                <a:cubicBezTo>
                  <a:pt x="450802" y="186746"/>
                  <a:pt x="459838" y="176706"/>
                  <a:pt x="465862" y="171686"/>
                </a:cubicBezTo>
                <a:cubicBezTo>
                  <a:pt x="465862" y="171686"/>
                  <a:pt x="464858" y="170682"/>
                  <a:pt x="464858" y="169678"/>
                </a:cubicBezTo>
                <a:lnTo>
                  <a:pt x="461846" y="163654"/>
                </a:lnTo>
                <a:cubicBezTo>
                  <a:pt x="459838" y="159638"/>
                  <a:pt x="457830" y="153614"/>
                  <a:pt x="454818" y="149598"/>
                </a:cubicBezTo>
                <a:lnTo>
                  <a:pt x="451806" y="144578"/>
                </a:lnTo>
                <a:cubicBezTo>
                  <a:pt x="448794" y="139558"/>
                  <a:pt x="445781" y="134538"/>
                  <a:pt x="442769" y="130522"/>
                </a:cubicBezTo>
                <a:lnTo>
                  <a:pt x="440762" y="128514"/>
                </a:lnTo>
                <a:cubicBezTo>
                  <a:pt x="439757" y="128514"/>
                  <a:pt x="437750" y="129518"/>
                  <a:pt x="435741" y="129518"/>
                </a:cubicBezTo>
                <a:cubicBezTo>
                  <a:pt x="427709" y="131526"/>
                  <a:pt x="417669" y="134538"/>
                  <a:pt x="407629" y="138554"/>
                </a:cubicBezTo>
                <a:cubicBezTo>
                  <a:pt x="398593" y="141566"/>
                  <a:pt x="389557" y="145582"/>
                  <a:pt x="382529" y="149598"/>
                </a:cubicBezTo>
                <a:lnTo>
                  <a:pt x="374496" y="153614"/>
                </a:lnTo>
                <a:lnTo>
                  <a:pt x="368473" y="147590"/>
                </a:lnTo>
                <a:cubicBezTo>
                  <a:pt x="347388" y="127510"/>
                  <a:pt x="322288" y="112449"/>
                  <a:pt x="293172" y="104417"/>
                </a:cubicBezTo>
                <a:lnTo>
                  <a:pt x="284136" y="102409"/>
                </a:lnTo>
                <a:lnTo>
                  <a:pt x="283132" y="93373"/>
                </a:lnTo>
                <a:cubicBezTo>
                  <a:pt x="283132" y="83333"/>
                  <a:pt x="282127" y="74297"/>
                  <a:pt x="280120" y="64257"/>
                </a:cubicBezTo>
                <a:cubicBezTo>
                  <a:pt x="278111" y="53213"/>
                  <a:pt x="276104" y="43173"/>
                  <a:pt x="274095" y="36144"/>
                </a:cubicBezTo>
                <a:cubicBezTo>
                  <a:pt x="274095" y="34136"/>
                  <a:pt x="273092" y="32128"/>
                  <a:pt x="273092" y="31124"/>
                </a:cubicBezTo>
                <a:cubicBezTo>
                  <a:pt x="272087" y="31124"/>
                  <a:pt x="271083" y="31124"/>
                  <a:pt x="270079" y="31124"/>
                </a:cubicBezTo>
                <a:cubicBezTo>
                  <a:pt x="264055" y="31124"/>
                  <a:pt x="255019" y="30120"/>
                  <a:pt x="246987" y="30120"/>
                </a:cubicBezTo>
                <a:cubicBezTo>
                  <a:pt x="238955" y="30120"/>
                  <a:pt x="230923" y="31124"/>
                  <a:pt x="223894" y="31124"/>
                </a:cubicBezTo>
                <a:cubicBezTo>
                  <a:pt x="222891" y="31124"/>
                  <a:pt x="222891" y="31124"/>
                  <a:pt x="221887" y="31124"/>
                </a:cubicBezTo>
                <a:cubicBezTo>
                  <a:pt x="221887" y="33132"/>
                  <a:pt x="220883" y="34136"/>
                  <a:pt x="219878" y="36144"/>
                </a:cubicBezTo>
                <a:cubicBezTo>
                  <a:pt x="217871" y="43173"/>
                  <a:pt x="215863" y="53213"/>
                  <a:pt x="213854" y="64257"/>
                </a:cubicBezTo>
                <a:cubicBezTo>
                  <a:pt x="211847" y="74297"/>
                  <a:pt x="210843" y="84337"/>
                  <a:pt x="210843" y="91365"/>
                </a:cubicBezTo>
                <a:lnTo>
                  <a:pt x="209838" y="100401"/>
                </a:lnTo>
                <a:lnTo>
                  <a:pt x="200803" y="102409"/>
                </a:lnTo>
                <a:cubicBezTo>
                  <a:pt x="172690" y="110441"/>
                  <a:pt x="146586" y="125502"/>
                  <a:pt x="125502" y="145582"/>
                </a:cubicBezTo>
                <a:lnTo>
                  <a:pt x="119477" y="151606"/>
                </a:lnTo>
                <a:lnTo>
                  <a:pt x="112449" y="147590"/>
                </a:lnTo>
                <a:cubicBezTo>
                  <a:pt x="105421" y="144578"/>
                  <a:pt x="97389" y="140562"/>
                  <a:pt x="88353" y="137550"/>
                </a:cubicBezTo>
                <a:cubicBezTo>
                  <a:pt x="78313" y="133534"/>
                  <a:pt x="68273" y="130522"/>
                  <a:pt x="60241" y="128514"/>
                </a:cubicBezTo>
                <a:cubicBezTo>
                  <a:pt x="58233" y="128514"/>
                  <a:pt x="56224" y="127510"/>
                  <a:pt x="55220" y="127510"/>
                </a:cubicBezTo>
                <a:lnTo>
                  <a:pt x="52208" y="129518"/>
                </a:lnTo>
                <a:cubicBezTo>
                  <a:pt x="49196" y="133534"/>
                  <a:pt x="45180" y="139558"/>
                  <a:pt x="42168" y="144578"/>
                </a:cubicBezTo>
                <a:lnTo>
                  <a:pt x="40161" y="148594"/>
                </a:lnTo>
                <a:cubicBezTo>
                  <a:pt x="37148" y="153614"/>
                  <a:pt x="35140" y="158634"/>
                  <a:pt x="33133" y="162650"/>
                </a:cubicBezTo>
                <a:lnTo>
                  <a:pt x="30120" y="169678"/>
                </a:lnTo>
                <a:cubicBezTo>
                  <a:pt x="30120" y="170682"/>
                  <a:pt x="29116" y="170682"/>
                  <a:pt x="29116" y="171686"/>
                </a:cubicBezTo>
                <a:cubicBezTo>
                  <a:pt x="35140" y="177710"/>
                  <a:pt x="44176" y="186746"/>
                  <a:pt x="54217" y="194779"/>
                </a:cubicBezTo>
                <a:cubicBezTo>
                  <a:pt x="62248" y="200803"/>
                  <a:pt x="69276" y="206827"/>
                  <a:pt x="76304" y="210843"/>
                </a:cubicBezTo>
                <a:lnTo>
                  <a:pt x="83333" y="215863"/>
                </a:lnTo>
                <a:lnTo>
                  <a:pt x="80321" y="224899"/>
                </a:lnTo>
                <a:cubicBezTo>
                  <a:pt x="76304" y="238955"/>
                  <a:pt x="75301" y="254015"/>
                  <a:pt x="75301" y="268071"/>
                </a:cubicBezTo>
                <a:cubicBezTo>
                  <a:pt x="75301" y="283132"/>
                  <a:pt x="77309" y="297188"/>
                  <a:pt x="80321" y="311244"/>
                </a:cubicBezTo>
                <a:lnTo>
                  <a:pt x="82329" y="320280"/>
                </a:lnTo>
                <a:lnTo>
                  <a:pt x="75301" y="325300"/>
                </a:lnTo>
                <a:cubicBezTo>
                  <a:pt x="69276" y="329316"/>
                  <a:pt x="61245" y="335340"/>
                  <a:pt x="53213" y="341364"/>
                </a:cubicBezTo>
                <a:cubicBezTo>
                  <a:pt x="43173" y="349396"/>
                  <a:pt x="34136" y="359437"/>
                  <a:pt x="28112" y="364457"/>
                </a:cubicBezTo>
                <a:cubicBezTo>
                  <a:pt x="28112" y="365461"/>
                  <a:pt x="29116" y="365461"/>
                  <a:pt x="29116" y="366465"/>
                </a:cubicBezTo>
                <a:lnTo>
                  <a:pt x="32128" y="372489"/>
                </a:lnTo>
                <a:cubicBezTo>
                  <a:pt x="34136" y="376505"/>
                  <a:pt x="36145" y="382529"/>
                  <a:pt x="39156" y="386545"/>
                </a:cubicBezTo>
                <a:lnTo>
                  <a:pt x="42168" y="390561"/>
                </a:lnTo>
                <a:cubicBezTo>
                  <a:pt x="45180" y="396585"/>
                  <a:pt x="49196" y="401605"/>
                  <a:pt x="52208" y="405621"/>
                </a:cubicBezTo>
                <a:lnTo>
                  <a:pt x="54217" y="407629"/>
                </a:lnTo>
                <a:cubicBezTo>
                  <a:pt x="55220" y="407629"/>
                  <a:pt x="57229" y="406625"/>
                  <a:pt x="59236" y="406625"/>
                </a:cubicBezTo>
                <a:cubicBezTo>
                  <a:pt x="67269" y="404617"/>
                  <a:pt x="77309" y="401605"/>
                  <a:pt x="87349" y="397589"/>
                </a:cubicBezTo>
                <a:cubicBezTo>
                  <a:pt x="96385" y="394577"/>
                  <a:pt x="105421" y="390561"/>
                  <a:pt x="112449" y="386545"/>
                </a:cubicBezTo>
                <a:lnTo>
                  <a:pt x="120481" y="382529"/>
                </a:lnTo>
                <a:lnTo>
                  <a:pt x="126505" y="388553"/>
                </a:lnTo>
                <a:cubicBezTo>
                  <a:pt x="147590" y="408633"/>
                  <a:pt x="172690" y="423693"/>
                  <a:pt x="201806" y="431726"/>
                </a:cubicBezTo>
                <a:lnTo>
                  <a:pt x="210843" y="433734"/>
                </a:lnTo>
                <a:lnTo>
                  <a:pt x="211847" y="442770"/>
                </a:lnTo>
                <a:cubicBezTo>
                  <a:pt x="212850" y="449798"/>
                  <a:pt x="213854" y="459838"/>
                  <a:pt x="214859" y="469878"/>
                </a:cubicBezTo>
                <a:cubicBezTo>
                  <a:pt x="216866" y="480922"/>
                  <a:pt x="218875" y="490962"/>
                  <a:pt x="220883" y="497990"/>
                </a:cubicBezTo>
                <a:cubicBezTo>
                  <a:pt x="220883" y="503010"/>
                  <a:pt x="221887" y="504014"/>
                  <a:pt x="221887" y="506022"/>
                </a:cubicBezTo>
                <a:close/>
                <a:moveTo>
                  <a:pt x="246987" y="371485"/>
                </a:moveTo>
                <a:cubicBezTo>
                  <a:pt x="189758" y="371485"/>
                  <a:pt x="143574" y="325300"/>
                  <a:pt x="143574" y="268071"/>
                </a:cubicBezTo>
                <a:cubicBezTo>
                  <a:pt x="143574" y="210843"/>
                  <a:pt x="189758" y="164658"/>
                  <a:pt x="246987" y="164658"/>
                </a:cubicBezTo>
                <a:cubicBezTo>
                  <a:pt x="304216" y="164658"/>
                  <a:pt x="350400" y="210843"/>
                  <a:pt x="350400" y="268071"/>
                </a:cubicBezTo>
                <a:cubicBezTo>
                  <a:pt x="350400" y="325300"/>
                  <a:pt x="304216" y="371485"/>
                  <a:pt x="246987" y="371485"/>
                </a:cubicBezTo>
                <a:close/>
                <a:moveTo>
                  <a:pt x="246987" y="189758"/>
                </a:moveTo>
                <a:cubicBezTo>
                  <a:pt x="203815" y="189758"/>
                  <a:pt x="168674" y="224899"/>
                  <a:pt x="168674" y="268071"/>
                </a:cubicBezTo>
                <a:cubicBezTo>
                  <a:pt x="168674" y="311244"/>
                  <a:pt x="203815" y="346384"/>
                  <a:pt x="246987" y="346384"/>
                </a:cubicBezTo>
                <a:cubicBezTo>
                  <a:pt x="290160" y="346384"/>
                  <a:pt x="325300" y="311244"/>
                  <a:pt x="325300" y="268071"/>
                </a:cubicBezTo>
                <a:cubicBezTo>
                  <a:pt x="325300" y="224899"/>
                  <a:pt x="290160" y="189758"/>
                  <a:pt x="246987" y="18975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003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grpSp>
        <p:nvGrpSpPr>
          <p:cNvPr id="130" name="组合 129"/>
          <p:cNvGrpSpPr/>
          <p:nvPr userDrawn="1"/>
        </p:nvGrpSpPr>
        <p:grpSpPr>
          <a:xfrm>
            <a:off x="5913591" y="1900183"/>
            <a:ext cx="377699" cy="418053"/>
            <a:chOff x="5887737" y="2348554"/>
            <a:chExt cx="377699" cy="418053"/>
          </a:xfrm>
        </p:grpSpPr>
        <p:sp>
          <p:nvSpPr>
            <p:cNvPr id="131" name="标题 1"/>
            <p:cNvSpPr txBox="1"/>
            <p:nvPr/>
          </p:nvSpPr>
          <p:spPr>
            <a:xfrm>
              <a:off x="5887737" y="2348554"/>
              <a:ext cx="377699" cy="418053"/>
            </a:xfrm>
            <a:custGeom>
              <a:avLst/>
              <a:gdLst>
                <a:gd name="connsiteX0" fmla="*/ 335436 w 377699"/>
                <a:gd name="connsiteY0" fmla="*/ 418053 h 418053"/>
                <a:gd name="connsiteX1" fmla="*/ 316359 w 377699"/>
                <a:gd name="connsiteY1" fmla="*/ 413033 h 418053"/>
                <a:gd name="connsiteX2" fmla="*/ 236038 w 377699"/>
                <a:gd name="connsiteY2" fmla="*/ 364840 h 418053"/>
                <a:gd name="connsiteX3" fmla="*/ 249090 w 377699"/>
                <a:gd name="connsiteY3" fmla="*/ 342752 h 418053"/>
                <a:gd name="connsiteX4" fmla="*/ 329411 w 377699"/>
                <a:gd name="connsiteY4" fmla="*/ 390945 h 418053"/>
                <a:gd name="connsiteX5" fmla="*/ 339451 w 377699"/>
                <a:gd name="connsiteY5" fmla="*/ 390945 h 418053"/>
                <a:gd name="connsiteX6" fmla="*/ 343467 w 377699"/>
                <a:gd name="connsiteY6" fmla="*/ 383917 h 418053"/>
                <a:gd name="connsiteX7" fmla="*/ 351500 w 377699"/>
                <a:gd name="connsiteY7" fmla="*/ 34520 h 418053"/>
                <a:gd name="connsiteX8" fmla="*/ 346480 w 377699"/>
                <a:gd name="connsiteY8" fmla="*/ 25484 h 418053"/>
                <a:gd name="connsiteX9" fmla="*/ 336439 w 377699"/>
                <a:gd name="connsiteY9" fmla="*/ 25484 h 418053"/>
                <a:gd name="connsiteX10" fmla="*/ 29211 w 377699"/>
                <a:gd name="connsiteY10" fmla="*/ 194158 h 418053"/>
                <a:gd name="connsiteX11" fmla="*/ 25195 w 377699"/>
                <a:gd name="connsiteY11" fmla="*/ 201186 h 418053"/>
                <a:gd name="connsiteX12" fmla="*/ 30215 w 377699"/>
                <a:gd name="connsiteY12" fmla="*/ 210222 h 418053"/>
                <a:gd name="connsiteX13" fmla="*/ 106520 w 377699"/>
                <a:gd name="connsiteY13" fmla="*/ 257411 h 418053"/>
                <a:gd name="connsiteX14" fmla="*/ 93468 w 377699"/>
                <a:gd name="connsiteY14" fmla="*/ 279499 h 418053"/>
                <a:gd name="connsiteX15" fmla="*/ 17163 w 377699"/>
                <a:gd name="connsiteY15" fmla="*/ 233315 h 418053"/>
                <a:gd name="connsiteX16" fmla="*/ 95 w 377699"/>
                <a:gd name="connsiteY16" fmla="*/ 202190 h 418053"/>
                <a:gd name="connsiteX17" fmla="*/ 18167 w 377699"/>
                <a:gd name="connsiteY17" fmla="*/ 173074 h 418053"/>
                <a:gd name="connsiteX18" fmla="*/ 324391 w 377699"/>
                <a:gd name="connsiteY18" fmla="*/ 4400 h 418053"/>
                <a:gd name="connsiteX19" fmla="*/ 360536 w 377699"/>
                <a:gd name="connsiteY19" fmla="*/ 5404 h 418053"/>
                <a:gd name="connsiteX20" fmla="*/ 377604 w 377699"/>
                <a:gd name="connsiteY20" fmla="*/ 36528 h 418053"/>
                <a:gd name="connsiteX21" fmla="*/ 369572 w 377699"/>
                <a:gd name="connsiteY21" fmla="*/ 385925 h 418053"/>
                <a:gd name="connsiteX22" fmla="*/ 351500 w 377699"/>
                <a:gd name="connsiteY22" fmla="*/ 415041 h 418053"/>
                <a:gd name="connsiteX23" fmla="*/ 335436 w 377699"/>
                <a:gd name="connsiteY23" fmla="*/ 418053 h 418053"/>
              </a:gdLst>
              <a:ahLst/>
              <a:cxnLst/>
              <a:rect l="l" t="t" r="r" b="b"/>
              <a:pathLst>
                <a:path w="377699" h="418053">
                  <a:moveTo>
                    <a:pt x="335436" y="418053"/>
                  </a:moveTo>
                  <a:cubicBezTo>
                    <a:pt x="329411" y="418053"/>
                    <a:pt x="322383" y="416045"/>
                    <a:pt x="316359" y="413033"/>
                  </a:cubicBezTo>
                  <a:lnTo>
                    <a:pt x="236038" y="364840"/>
                  </a:lnTo>
                  <a:lnTo>
                    <a:pt x="249090" y="342752"/>
                  </a:lnTo>
                  <a:lnTo>
                    <a:pt x="329411" y="390945"/>
                  </a:lnTo>
                  <a:cubicBezTo>
                    <a:pt x="332423" y="392953"/>
                    <a:pt x="336439" y="392953"/>
                    <a:pt x="339451" y="390945"/>
                  </a:cubicBezTo>
                  <a:cubicBezTo>
                    <a:pt x="341459" y="389941"/>
                    <a:pt x="343467" y="387933"/>
                    <a:pt x="343467" y="383917"/>
                  </a:cubicBezTo>
                  <a:lnTo>
                    <a:pt x="351500" y="34520"/>
                  </a:lnTo>
                  <a:cubicBezTo>
                    <a:pt x="351500" y="29500"/>
                    <a:pt x="347484" y="26488"/>
                    <a:pt x="346480" y="25484"/>
                  </a:cubicBezTo>
                  <a:cubicBezTo>
                    <a:pt x="343467" y="23476"/>
                    <a:pt x="339451" y="23476"/>
                    <a:pt x="336439" y="25484"/>
                  </a:cubicBezTo>
                  <a:lnTo>
                    <a:pt x="29211" y="194158"/>
                  </a:lnTo>
                  <a:cubicBezTo>
                    <a:pt x="25195" y="196166"/>
                    <a:pt x="25195" y="199178"/>
                    <a:pt x="25195" y="201186"/>
                  </a:cubicBezTo>
                  <a:cubicBezTo>
                    <a:pt x="25195" y="205202"/>
                    <a:pt x="27204" y="208214"/>
                    <a:pt x="30215" y="210222"/>
                  </a:cubicBezTo>
                  <a:lnTo>
                    <a:pt x="106520" y="257411"/>
                  </a:lnTo>
                  <a:lnTo>
                    <a:pt x="93468" y="279499"/>
                  </a:lnTo>
                  <a:lnTo>
                    <a:pt x="17163" y="233315"/>
                  </a:lnTo>
                  <a:cubicBezTo>
                    <a:pt x="6119" y="226287"/>
                    <a:pt x="-909" y="214239"/>
                    <a:pt x="95" y="202190"/>
                  </a:cubicBezTo>
                  <a:cubicBezTo>
                    <a:pt x="95" y="190142"/>
                    <a:pt x="7123" y="179098"/>
                    <a:pt x="18167" y="173074"/>
                  </a:cubicBezTo>
                  <a:lnTo>
                    <a:pt x="324391" y="4400"/>
                  </a:lnTo>
                  <a:cubicBezTo>
                    <a:pt x="335436" y="-1624"/>
                    <a:pt x="349492" y="-1624"/>
                    <a:pt x="360536" y="5404"/>
                  </a:cubicBezTo>
                  <a:cubicBezTo>
                    <a:pt x="371580" y="12432"/>
                    <a:pt x="378608" y="23476"/>
                    <a:pt x="377604" y="36528"/>
                  </a:cubicBezTo>
                  <a:lnTo>
                    <a:pt x="369572" y="385925"/>
                  </a:lnTo>
                  <a:cubicBezTo>
                    <a:pt x="369572" y="397973"/>
                    <a:pt x="362544" y="409017"/>
                    <a:pt x="351500" y="415041"/>
                  </a:cubicBezTo>
                  <a:cubicBezTo>
                    <a:pt x="346480" y="417049"/>
                    <a:pt x="341459" y="418053"/>
                    <a:pt x="335436" y="41805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32" name="标题 1"/>
            <p:cNvSpPr txBox="1"/>
            <p:nvPr/>
          </p:nvSpPr>
          <p:spPr>
            <a:xfrm>
              <a:off x="5978193" y="2370979"/>
              <a:ext cx="265059" cy="380568"/>
            </a:xfrm>
            <a:custGeom>
              <a:avLst/>
              <a:gdLst>
                <a:gd name="connsiteX0" fmla="*/ 45181 w 265059"/>
                <a:gd name="connsiteY0" fmla="*/ 380568 h 380568"/>
                <a:gd name="connsiteX1" fmla="*/ 29116 w 265059"/>
                <a:gd name="connsiteY1" fmla="*/ 376552 h 380568"/>
                <a:gd name="connsiteX2" fmla="*/ 15060 w 265059"/>
                <a:gd name="connsiteY2" fmla="*/ 351452 h 380568"/>
                <a:gd name="connsiteX3" fmla="*/ 0 w 265059"/>
                <a:gd name="connsiteY3" fmla="*/ 240007 h 380568"/>
                <a:gd name="connsiteX4" fmla="*/ 237951 w 265059"/>
                <a:gd name="connsiteY4" fmla="*/ 4064 h 380568"/>
                <a:gd name="connsiteX5" fmla="*/ 257027 w 265059"/>
                <a:gd name="connsiteY5" fmla="*/ 2056 h 380568"/>
                <a:gd name="connsiteX6" fmla="*/ 265059 w 265059"/>
                <a:gd name="connsiteY6" fmla="*/ 7076 h 380568"/>
                <a:gd name="connsiteX7" fmla="*/ 263052 w 265059"/>
                <a:gd name="connsiteY7" fmla="*/ 19124 h 380568"/>
                <a:gd name="connsiteX8" fmla="*/ 162650 w 265059"/>
                <a:gd name="connsiteY8" fmla="*/ 339404 h 380568"/>
                <a:gd name="connsiteX9" fmla="*/ 55221 w 265059"/>
                <a:gd name="connsiteY9" fmla="*/ 377556 h 380568"/>
                <a:gd name="connsiteX10" fmla="*/ 45181 w 265059"/>
                <a:gd name="connsiteY10" fmla="*/ 380568 h 380568"/>
                <a:gd name="connsiteX11" fmla="*/ 27108 w 265059"/>
                <a:gd name="connsiteY11" fmla="*/ 250047 h 380568"/>
                <a:gd name="connsiteX12" fmla="*/ 40161 w 265059"/>
                <a:gd name="connsiteY12" fmla="*/ 350448 h 380568"/>
                <a:gd name="connsiteX13" fmla="*/ 42169 w 265059"/>
                <a:gd name="connsiteY13" fmla="*/ 355468 h 380568"/>
                <a:gd name="connsiteX14" fmla="*/ 46185 w 265059"/>
                <a:gd name="connsiteY14" fmla="*/ 355468 h 380568"/>
                <a:gd name="connsiteX15" fmla="*/ 142570 w 265059"/>
                <a:gd name="connsiteY15" fmla="*/ 320328 h 380568"/>
                <a:gd name="connsiteX16" fmla="*/ 226907 w 265059"/>
                <a:gd name="connsiteY16" fmla="*/ 51252 h 380568"/>
                <a:gd name="connsiteX17" fmla="*/ 27108 w 265059"/>
                <a:gd name="connsiteY17" fmla="*/ 250047 h 380568"/>
              </a:gdLst>
              <a:ahLst/>
              <a:cxnLst/>
              <a:rect l="l" t="t" r="r" b="b"/>
              <a:pathLst>
                <a:path w="265059" h="380568">
                  <a:moveTo>
                    <a:pt x="45181" y="380568"/>
                  </a:moveTo>
                  <a:cubicBezTo>
                    <a:pt x="40161" y="380568"/>
                    <a:pt x="34136" y="379564"/>
                    <a:pt x="29116" y="376552"/>
                  </a:cubicBezTo>
                  <a:cubicBezTo>
                    <a:pt x="20080" y="371532"/>
                    <a:pt x="15060" y="362496"/>
                    <a:pt x="15060" y="351452"/>
                  </a:cubicBezTo>
                  <a:lnTo>
                    <a:pt x="0" y="240007"/>
                  </a:lnTo>
                  <a:lnTo>
                    <a:pt x="237951" y="4064"/>
                  </a:lnTo>
                  <a:cubicBezTo>
                    <a:pt x="243975" y="-956"/>
                    <a:pt x="251003" y="-956"/>
                    <a:pt x="257027" y="2056"/>
                  </a:cubicBezTo>
                  <a:lnTo>
                    <a:pt x="265059" y="7076"/>
                  </a:lnTo>
                  <a:lnTo>
                    <a:pt x="263052" y="19124"/>
                  </a:lnTo>
                  <a:lnTo>
                    <a:pt x="162650" y="339404"/>
                  </a:lnTo>
                  <a:lnTo>
                    <a:pt x="55221" y="377556"/>
                  </a:lnTo>
                  <a:cubicBezTo>
                    <a:pt x="53213" y="380568"/>
                    <a:pt x="49197" y="380568"/>
                    <a:pt x="45181" y="380568"/>
                  </a:cubicBezTo>
                  <a:close/>
                  <a:moveTo>
                    <a:pt x="27108" y="250047"/>
                  </a:moveTo>
                  <a:lnTo>
                    <a:pt x="40161" y="350448"/>
                  </a:lnTo>
                  <a:cubicBezTo>
                    <a:pt x="40161" y="353460"/>
                    <a:pt x="41165" y="354464"/>
                    <a:pt x="42169" y="355468"/>
                  </a:cubicBezTo>
                  <a:cubicBezTo>
                    <a:pt x="43173" y="355468"/>
                    <a:pt x="44177" y="356472"/>
                    <a:pt x="46185" y="355468"/>
                  </a:cubicBezTo>
                  <a:lnTo>
                    <a:pt x="142570" y="320328"/>
                  </a:lnTo>
                  <a:lnTo>
                    <a:pt x="226907" y="51252"/>
                  </a:lnTo>
                  <a:lnTo>
                    <a:pt x="27108" y="250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33" name="标题 1"/>
            <p:cNvSpPr txBox="1"/>
            <p:nvPr/>
          </p:nvSpPr>
          <p:spPr>
            <a:xfrm>
              <a:off x="6003294" y="2379058"/>
              <a:ext cx="234939" cy="364456"/>
            </a:xfrm>
            <a:custGeom>
              <a:avLst/>
              <a:gdLst>
                <a:gd name="connsiteX0" fmla="*/ 22088 w 234939"/>
                <a:gd name="connsiteY0" fmla="*/ 364457 h 364456"/>
                <a:gd name="connsiteX1" fmla="*/ 0 w 234939"/>
                <a:gd name="connsiteY1" fmla="*/ 351405 h 364456"/>
                <a:gd name="connsiteX2" fmla="*/ 212851 w 234939"/>
                <a:gd name="connsiteY2" fmla="*/ 0 h 364456"/>
                <a:gd name="connsiteX3" fmla="*/ 234939 w 234939"/>
                <a:gd name="connsiteY3" fmla="*/ 13052 h 364456"/>
              </a:gdLst>
              <a:ahLst/>
              <a:cxnLst/>
              <a:rect l="l" t="t" r="r" b="b"/>
              <a:pathLst>
                <a:path w="234939" h="364456">
                  <a:moveTo>
                    <a:pt x="22088" y="364457"/>
                  </a:moveTo>
                  <a:lnTo>
                    <a:pt x="0" y="351405"/>
                  </a:lnTo>
                  <a:lnTo>
                    <a:pt x="212851" y="0"/>
                  </a:lnTo>
                  <a:lnTo>
                    <a:pt x="234939" y="13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grpSp>
        <p:nvGrpSpPr>
          <p:cNvPr id="124" name="组合 123"/>
          <p:cNvGrpSpPr/>
          <p:nvPr userDrawn="1"/>
        </p:nvGrpSpPr>
        <p:grpSpPr>
          <a:xfrm>
            <a:off x="2721676" y="1902773"/>
            <a:ext cx="473894" cy="445781"/>
            <a:chOff x="2690403" y="2333878"/>
            <a:chExt cx="473894" cy="445781"/>
          </a:xfrm>
        </p:grpSpPr>
        <p:sp>
          <p:nvSpPr>
            <p:cNvPr id="125" name="标题 1"/>
            <p:cNvSpPr txBox="1"/>
            <p:nvPr/>
          </p:nvSpPr>
          <p:spPr>
            <a:xfrm>
              <a:off x="2690403" y="2333878"/>
              <a:ext cx="473894" cy="383532"/>
            </a:xfrm>
            <a:custGeom>
              <a:avLst/>
              <a:gdLst>
                <a:gd name="connsiteX0" fmla="*/ 402609 w 473894"/>
                <a:gd name="connsiteY0" fmla="*/ 383533 h 383532"/>
                <a:gd name="connsiteX1" fmla="*/ 71285 w 473894"/>
                <a:gd name="connsiteY1" fmla="*/ 383533 h 383532"/>
                <a:gd name="connsiteX2" fmla="*/ 0 w 473894"/>
                <a:gd name="connsiteY2" fmla="*/ 312248 h 383532"/>
                <a:gd name="connsiteX3" fmla="*/ 0 w 473894"/>
                <a:gd name="connsiteY3" fmla="*/ 71285 h 383532"/>
                <a:gd name="connsiteX4" fmla="*/ 71285 w 473894"/>
                <a:gd name="connsiteY4" fmla="*/ 0 h 383532"/>
                <a:gd name="connsiteX5" fmla="*/ 402609 w 473894"/>
                <a:gd name="connsiteY5" fmla="*/ 0 h 383532"/>
                <a:gd name="connsiteX6" fmla="*/ 473894 w 473894"/>
                <a:gd name="connsiteY6" fmla="*/ 71285 h 383532"/>
                <a:gd name="connsiteX7" fmla="*/ 473894 w 473894"/>
                <a:gd name="connsiteY7" fmla="*/ 313252 h 383532"/>
                <a:gd name="connsiteX8" fmla="*/ 402609 w 473894"/>
                <a:gd name="connsiteY8" fmla="*/ 383533 h 383532"/>
                <a:gd name="connsiteX9" fmla="*/ 71285 w 473894"/>
                <a:gd name="connsiteY9" fmla="*/ 25100 h 383532"/>
                <a:gd name="connsiteX10" fmla="*/ 25100 w 473894"/>
                <a:gd name="connsiteY10" fmla="*/ 71285 h 383532"/>
                <a:gd name="connsiteX11" fmla="*/ 25100 w 473894"/>
                <a:gd name="connsiteY11" fmla="*/ 313252 h 383532"/>
                <a:gd name="connsiteX12" fmla="*/ 71285 w 473894"/>
                <a:gd name="connsiteY12" fmla="*/ 359437 h 383532"/>
                <a:gd name="connsiteX13" fmla="*/ 402609 w 473894"/>
                <a:gd name="connsiteY13" fmla="*/ 359437 h 383532"/>
                <a:gd name="connsiteX14" fmla="*/ 448794 w 473894"/>
                <a:gd name="connsiteY14" fmla="*/ 313252 h 383532"/>
                <a:gd name="connsiteX15" fmla="*/ 448794 w 473894"/>
                <a:gd name="connsiteY15" fmla="*/ 71285 h 383532"/>
                <a:gd name="connsiteX16" fmla="*/ 402609 w 473894"/>
                <a:gd name="connsiteY16" fmla="*/ 25100 h 383532"/>
                <a:gd name="connsiteX17" fmla="*/ 71285 w 473894"/>
                <a:gd name="connsiteY17" fmla="*/ 25100 h 383532"/>
              </a:gdLst>
              <a:ahLst/>
              <a:cxnLst/>
              <a:rect l="l" t="t" r="r" b="b"/>
              <a:pathLst>
                <a:path w="473894" h="383532">
                  <a:moveTo>
                    <a:pt x="402609" y="383533"/>
                  </a:moveTo>
                  <a:lnTo>
                    <a:pt x="71285" y="383533"/>
                  </a:lnTo>
                  <a:cubicBezTo>
                    <a:pt x="32128" y="383533"/>
                    <a:pt x="0" y="351405"/>
                    <a:pt x="0" y="312248"/>
                  </a:cubicBezTo>
                  <a:lnTo>
                    <a:pt x="0" y="71285"/>
                  </a:lnTo>
                  <a:cubicBezTo>
                    <a:pt x="0" y="32128"/>
                    <a:pt x="32128" y="0"/>
                    <a:pt x="71285" y="0"/>
                  </a:cubicBezTo>
                  <a:lnTo>
                    <a:pt x="402609" y="0"/>
                  </a:lnTo>
                  <a:cubicBezTo>
                    <a:pt x="441766" y="0"/>
                    <a:pt x="473894" y="32128"/>
                    <a:pt x="473894" y="71285"/>
                  </a:cubicBezTo>
                  <a:lnTo>
                    <a:pt x="473894" y="313252"/>
                  </a:lnTo>
                  <a:cubicBezTo>
                    <a:pt x="473894" y="352409"/>
                    <a:pt x="441766" y="383533"/>
                    <a:pt x="402609" y="383533"/>
                  </a:cubicBezTo>
                  <a:close/>
                  <a:moveTo>
                    <a:pt x="71285" y="25100"/>
                  </a:moveTo>
                  <a:cubicBezTo>
                    <a:pt x="46185" y="25100"/>
                    <a:pt x="25100" y="46185"/>
                    <a:pt x="25100" y="71285"/>
                  </a:cubicBezTo>
                  <a:lnTo>
                    <a:pt x="25100" y="313252"/>
                  </a:lnTo>
                  <a:cubicBezTo>
                    <a:pt x="25100" y="338352"/>
                    <a:pt x="45181" y="359437"/>
                    <a:pt x="71285" y="359437"/>
                  </a:cubicBezTo>
                  <a:lnTo>
                    <a:pt x="402609" y="359437"/>
                  </a:lnTo>
                  <a:cubicBezTo>
                    <a:pt x="427710" y="359437"/>
                    <a:pt x="448794" y="338352"/>
                    <a:pt x="448794" y="313252"/>
                  </a:cubicBezTo>
                  <a:lnTo>
                    <a:pt x="448794" y="71285"/>
                  </a:lnTo>
                  <a:cubicBezTo>
                    <a:pt x="448794" y="46185"/>
                    <a:pt x="428713" y="25100"/>
                    <a:pt x="402609" y="25100"/>
                  </a:cubicBezTo>
                  <a:lnTo>
                    <a:pt x="71285" y="25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6" name="标题 1"/>
            <p:cNvSpPr txBox="1"/>
            <p:nvPr/>
          </p:nvSpPr>
          <p:spPr>
            <a:xfrm>
              <a:off x="2705463" y="2630061"/>
              <a:ext cx="438753" cy="25100"/>
            </a:xfrm>
            <a:custGeom>
              <a:avLst/>
              <a:gdLst>
                <a:gd name="connsiteX0" fmla="*/ 0 w 438753"/>
                <a:gd name="connsiteY0" fmla="*/ 0 h 25100"/>
                <a:gd name="connsiteX1" fmla="*/ 438754 w 438753"/>
                <a:gd name="connsiteY1" fmla="*/ 0 h 25100"/>
                <a:gd name="connsiteX2" fmla="*/ 438754 w 438753"/>
                <a:gd name="connsiteY2" fmla="*/ 25100 h 25100"/>
                <a:gd name="connsiteX3" fmla="*/ 0 w 438753"/>
                <a:gd name="connsiteY3" fmla="*/ 25100 h 25100"/>
              </a:gdLst>
              <a:ahLst/>
              <a:cxnLst/>
              <a:rect l="l" t="t" r="r" b="b"/>
              <a:pathLst>
                <a:path w="438753" h="25100">
                  <a:moveTo>
                    <a:pt x="0" y="0"/>
                  </a:moveTo>
                  <a:lnTo>
                    <a:pt x="438754" y="0"/>
                  </a:lnTo>
                  <a:lnTo>
                    <a:pt x="438754" y="25100"/>
                  </a:lnTo>
                  <a:lnTo>
                    <a:pt x="0" y="25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7" name="标题 1"/>
            <p:cNvSpPr txBox="1"/>
            <p:nvPr/>
          </p:nvSpPr>
          <p:spPr>
            <a:xfrm>
              <a:off x="2880161" y="2707370"/>
              <a:ext cx="25100" cy="56224"/>
            </a:xfrm>
            <a:custGeom>
              <a:avLst/>
              <a:gdLst>
                <a:gd name="connsiteX0" fmla="*/ 0 w 25100"/>
                <a:gd name="connsiteY0" fmla="*/ 0 h 56224"/>
                <a:gd name="connsiteX1" fmla="*/ 25100 w 25100"/>
                <a:gd name="connsiteY1" fmla="*/ 0 h 56224"/>
                <a:gd name="connsiteX2" fmla="*/ 25100 w 25100"/>
                <a:gd name="connsiteY2" fmla="*/ 56225 h 56224"/>
                <a:gd name="connsiteX3" fmla="*/ 0 w 25100"/>
                <a:gd name="connsiteY3" fmla="*/ 56225 h 56224"/>
              </a:gdLst>
              <a:ahLst/>
              <a:cxnLst/>
              <a:rect l="l" t="t" r="r" b="b"/>
              <a:pathLst>
                <a:path w="25100" h="56224">
                  <a:moveTo>
                    <a:pt x="0" y="0"/>
                  </a:moveTo>
                  <a:lnTo>
                    <a:pt x="25100" y="0"/>
                  </a:lnTo>
                  <a:lnTo>
                    <a:pt x="25100" y="56225"/>
                  </a:lnTo>
                  <a:lnTo>
                    <a:pt x="0" y="56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8" name="标题 1"/>
            <p:cNvSpPr txBox="1"/>
            <p:nvPr/>
          </p:nvSpPr>
          <p:spPr>
            <a:xfrm>
              <a:off x="2843013" y="2754559"/>
              <a:ext cx="167670" cy="25100"/>
            </a:xfrm>
            <a:custGeom>
              <a:avLst/>
              <a:gdLst>
                <a:gd name="connsiteX0" fmla="*/ 0 w 167670"/>
                <a:gd name="connsiteY0" fmla="*/ 0 h 25100"/>
                <a:gd name="connsiteX1" fmla="*/ 167670 w 167670"/>
                <a:gd name="connsiteY1" fmla="*/ 0 h 25100"/>
                <a:gd name="connsiteX2" fmla="*/ 167670 w 167670"/>
                <a:gd name="connsiteY2" fmla="*/ 25100 h 25100"/>
                <a:gd name="connsiteX3" fmla="*/ 0 w 167670"/>
                <a:gd name="connsiteY3" fmla="*/ 25100 h 25100"/>
              </a:gdLst>
              <a:ahLst/>
              <a:cxnLst/>
              <a:rect l="l" t="t" r="r" b="b"/>
              <a:pathLst>
                <a:path w="167670" h="25100">
                  <a:moveTo>
                    <a:pt x="0" y="0"/>
                  </a:moveTo>
                  <a:lnTo>
                    <a:pt x="167670" y="0"/>
                  </a:lnTo>
                  <a:lnTo>
                    <a:pt x="167670" y="25100"/>
                  </a:lnTo>
                  <a:lnTo>
                    <a:pt x="0" y="25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9" name="标题 1"/>
            <p:cNvSpPr txBox="1"/>
            <p:nvPr/>
          </p:nvSpPr>
          <p:spPr>
            <a:xfrm>
              <a:off x="2948434" y="2707370"/>
              <a:ext cx="25100" cy="56224"/>
            </a:xfrm>
            <a:custGeom>
              <a:avLst/>
              <a:gdLst>
                <a:gd name="connsiteX0" fmla="*/ 0 w 25100"/>
                <a:gd name="connsiteY0" fmla="*/ 0 h 56224"/>
                <a:gd name="connsiteX1" fmla="*/ 25100 w 25100"/>
                <a:gd name="connsiteY1" fmla="*/ 0 h 56224"/>
                <a:gd name="connsiteX2" fmla="*/ 25100 w 25100"/>
                <a:gd name="connsiteY2" fmla="*/ 56225 h 56224"/>
                <a:gd name="connsiteX3" fmla="*/ 0 w 25100"/>
                <a:gd name="connsiteY3" fmla="*/ 56225 h 56224"/>
              </a:gdLst>
              <a:ahLst/>
              <a:cxnLst/>
              <a:rect l="l" t="t" r="r" b="b"/>
              <a:pathLst>
                <a:path w="25100" h="56224">
                  <a:moveTo>
                    <a:pt x="0" y="0"/>
                  </a:moveTo>
                  <a:lnTo>
                    <a:pt x="25100" y="0"/>
                  </a:lnTo>
                  <a:lnTo>
                    <a:pt x="25100" y="56225"/>
                  </a:lnTo>
                  <a:lnTo>
                    <a:pt x="0" y="56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00379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 dirty="0"/>
            </a:p>
          </p:txBody>
        </p:sp>
      </p:grpSp>
      <p:sp>
        <p:nvSpPr>
          <p:cNvPr id="136" name="内容占位符 2"/>
          <p:cNvSpPr>
            <a:spLocks noGrp="1"/>
          </p:cNvSpPr>
          <p:nvPr>
            <p:ph idx="1"/>
          </p:nvPr>
        </p:nvSpPr>
        <p:spPr>
          <a:xfrm>
            <a:off x="1573945" y="2827055"/>
            <a:ext cx="2850446" cy="326535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7" name="内容占位符 2"/>
          <p:cNvSpPr>
            <a:spLocks noGrp="1"/>
          </p:cNvSpPr>
          <p:nvPr>
            <p:ph idx="10"/>
          </p:nvPr>
        </p:nvSpPr>
        <p:spPr>
          <a:xfrm>
            <a:off x="4703197" y="2820412"/>
            <a:ext cx="2850446" cy="326535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8" name="内容占位符 2"/>
          <p:cNvSpPr>
            <a:spLocks noGrp="1"/>
          </p:cNvSpPr>
          <p:nvPr>
            <p:ph idx="11"/>
          </p:nvPr>
        </p:nvSpPr>
        <p:spPr>
          <a:xfrm>
            <a:off x="7892354" y="2827054"/>
            <a:ext cx="2850446" cy="326535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2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91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Bulle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0" name="图片 69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72" name="组合 71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73" name="组合 72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8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95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92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6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84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81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9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98" name="组合 97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99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100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101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120" name="内容占位符 2"/>
          <p:cNvSpPr>
            <a:spLocks noGrp="1"/>
          </p:cNvSpPr>
          <p:nvPr>
            <p:ph idx="1"/>
          </p:nvPr>
        </p:nvSpPr>
        <p:spPr>
          <a:xfrm>
            <a:off x="5742622" y="4595200"/>
            <a:ext cx="4468178" cy="1412025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1" name="内容占位符 2"/>
          <p:cNvSpPr>
            <a:spLocks noGrp="1"/>
          </p:cNvSpPr>
          <p:nvPr>
            <p:ph idx="10"/>
          </p:nvPr>
        </p:nvSpPr>
        <p:spPr>
          <a:xfrm>
            <a:off x="5742622" y="1183809"/>
            <a:ext cx="4468178" cy="1412025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2" name="内容占位符 2"/>
          <p:cNvSpPr>
            <a:spLocks noGrp="1"/>
          </p:cNvSpPr>
          <p:nvPr>
            <p:ph idx="11"/>
          </p:nvPr>
        </p:nvSpPr>
        <p:spPr>
          <a:xfrm>
            <a:off x="5742622" y="2750303"/>
            <a:ext cx="4468178" cy="1412025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23" name="Picture Placeholder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5" t="800" r="11231" b="-800"/>
          <a:stretch/>
        </p:blipFill>
        <p:spPr>
          <a:xfrm>
            <a:off x="928914" y="1335244"/>
            <a:ext cx="4036056" cy="4517409"/>
          </a:xfrm>
          <a:prstGeom prst="rect">
            <a:avLst/>
          </a:prstGeom>
        </p:spPr>
      </p:pic>
      <p:sp>
        <p:nvSpPr>
          <p:cNvPr id="38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5606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3" name="图片 72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74" name="组合 7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75" name="组合 7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9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9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9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6" name="组合 7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8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8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8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0" name="组合 99"/>
          <p:cNvGrpSpPr/>
          <p:nvPr userDrawn="1"/>
        </p:nvGrpSpPr>
        <p:grpSpPr>
          <a:xfrm>
            <a:off x="695325" y="551934"/>
            <a:ext cx="263205" cy="260849"/>
            <a:chOff x="695325" y="741135"/>
            <a:chExt cx="263205" cy="260849"/>
          </a:xfrm>
        </p:grpSpPr>
        <p:sp>
          <p:nvSpPr>
            <p:cNvPr id="101" name="矩形: 圆角 12"/>
            <p:cNvSpPr/>
            <p:nvPr/>
          </p:nvSpPr>
          <p:spPr>
            <a:xfrm>
              <a:off x="695325" y="741135"/>
              <a:ext cx="233589" cy="233589"/>
            </a:xfrm>
            <a:prstGeom prst="round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  <p:sp>
          <p:nvSpPr>
            <p:cNvPr id="102" name="矩形: 圆角 13"/>
            <p:cNvSpPr/>
            <p:nvPr/>
          </p:nvSpPr>
          <p:spPr>
            <a:xfrm>
              <a:off x="724941" y="768395"/>
              <a:ext cx="233589" cy="23358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宋体 CN Medium" panose="02020500000000000000" charset="-122"/>
              </a:endParaRPr>
            </a:p>
          </p:txBody>
        </p:sp>
      </p:grpSp>
      <p:sp>
        <p:nvSpPr>
          <p:cNvPr id="103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pic>
        <p:nvPicPr>
          <p:cNvPr id="105" name="Picture Placeholder 7">
            <a:extLst>
              <a:ext uri="{FF2B5EF4-FFF2-40B4-BE49-F238E27FC236}">
                <a16:creationId xmlns:a16="http://schemas.microsoft.com/office/drawing/2014/main" id="{76EEECD1-3119-B2EF-0C2F-B668F1E17D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0" b="8750"/>
          <a:stretch/>
        </p:blipFill>
        <p:spPr>
          <a:xfrm>
            <a:off x="3611798" y="1240202"/>
            <a:ext cx="5581630" cy="1534949"/>
          </a:xfrm>
          <a:custGeom>
            <a:avLst/>
            <a:gdLst>
              <a:gd name="connsiteX0" fmla="*/ 0 w 12067310"/>
              <a:gd name="connsiteY0" fmla="*/ 0 h 1940214"/>
              <a:gd name="connsiteX1" fmla="*/ 12067310 w 12067310"/>
              <a:gd name="connsiteY1" fmla="*/ 0 h 1940214"/>
              <a:gd name="connsiteX2" fmla="*/ 12067310 w 12067310"/>
              <a:gd name="connsiteY2" fmla="*/ 1940214 h 1940214"/>
              <a:gd name="connsiteX3" fmla="*/ 0 w 12067310"/>
              <a:gd name="connsiteY3" fmla="*/ 1940214 h 194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7310" h="1940214">
                <a:moveTo>
                  <a:pt x="0" y="0"/>
                </a:moveTo>
                <a:lnTo>
                  <a:pt x="12067310" y="0"/>
                </a:lnTo>
                <a:lnTo>
                  <a:pt x="12067310" y="1940214"/>
                </a:lnTo>
                <a:lnTo>
                  <a:pt x="0" y="1940214"/>
                </a:lnTo>
                <a:close/>
              </a:path>
            </a:pathLst>
          </a:custGeom>
        </p:spPr>
      </p:pic>
      <p:sp>
        <p:nvSpPr>
          <p:cNvPr id="104" name="Rectangle 8">
            <a:extLst>
              <a:ext uri="{FF2B5EF4-FFF2-40B4-BE49-F238E27FC236}">
                <a16:creationId xmlns:a16="http://schemas.microsoft.com/office/drawing/2014/main" id="{12D65181-D149-5151-3844-2B05395913AA}"/>
              </a:ext>
            </a:extLst>
          </p:cNvPr>
          <p:cNvSpPr/>
          <p:nvPr userDrawn="1"/>
        </p:nvSpPr>
        <p:spPr>
          <a:xfrm>
            <a:off x="3611798" y="1240202"/>
            <a:ext cx="5581631" cy="1590824"/>
          </a:xfrm>
          <a:prstGeom prst="rect">
            <a:avLst/>
          </a:prstGeom>
          <a:solidFill>
            <a:schemeClr val="tx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6" name="内容占位符 2"/>
          <p:cNvSpPr>
            <a:spLocks noGrp="1"/>
          </p:cNvSpPr>
          <p:nvPr>
            <p:ph idx="1"/>
          </p:nvPr>
        </p:nvSpPr>
        <p:spPr>
          <a:xfrm>
            <a:off x="4859438" y="2852802"/>
            <a:ext cx="2850446" cy="326535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7" name="内容占位符 2"/>
          <p:cNvSpPr>
            <a:spLocks noGrp="1"/>
          </p:cNvSpPr>
          <p:nvPr>
            <p:ph idx="10"/>
          </p:nvPr>
        </p:nvSpPr>
        <p:spPr>
          <a:xfrm>
            <a:off x="1687627" y="2863985"/>
            <a:ext cx="2850446" cy="326535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8" name="内容占位符 2"/>
          <p:cNvSpPr>
            <a:spLocks noGrp="1"/>
          </p:cNvSpPr>
          <p:nvPr>
            <p:ph idx="11"/>
          </p:nvPr>
        </p:nvSpPr>
        <p:spPr>
          <a:xfrm>
            <a:off x="7972288" y="2852367"/>
            <a:ext cx="2850446" cy="326535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9" name="标题 1"/>
          <p:cNvSpPr>
            <a:spLocks noGrp="1"/>
          </p:cNvSpPr>
          <p:nvPr>
            <p:ph type="ctrTitle"/>
          </p:nvPr>
        </p:nvSpPr>
        <p:spPr>
          <a:xfrm>
            <a:off x="988146" y="785522"/>
            <a:ext cx="6397378" cy="691786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2800" b="0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76110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Bulle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4" name="图片 73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7" name="组合 1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8" name="组合 1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4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732191" y="141652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3268740" y="1523932"/>
            <a:ext cx="2520000" cy="4320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 userDrawn="1"/>
        </p:nvCxnSpPr>
        <p:spPr>
          <a:xfrm flipH="1">
            <a:off x="2997921" y="1421754"/>
            <a:ext cx="1247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 userDrawn="1"/>
        </p:nvCxnSpPr>
        <p:spPr>
          <a:xfrm flipH="1">
            <a:off x="6058312" y="1421754"/>
            <a:ext cx="1247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 userDrawn="1"/>
        </p:nvCxnSpPr>
        <p:spPr>
          <a:xfrm flipH="1">
            <a:off x="9069497" y="1421754"/>
            <a:ext cx="1247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105">
            <a:extLst>
              <a:ext uri="{FF2B5EF4-FFF2-40B4-BE49-F238E27FC236}">
                <a16:creationId xmlns:a16="http://schemas.microsoft.com/office/drawing/2014/main" id="{1625F15B-4B25-4739-A6B2-F6CEB1D1341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329321" y="1229391"/>
            <a:ext cx="324000" cy="288713"/>
          </a:xfrm>
          <a:custGeom>
            <a:avLst/>
            <a:gdLst>
              <a:gd name="T0" fmla="*/ 101 w 128"/>
              <a:gd name="T1" fmla="*/ 41 h 114"/>
              <a:gd name="T2" fmla="*/ 125 w 128"/>
              <a:gd name="T3" fmla="*/ 17 h 114"/>
              <a:gd name="T4" fmla="*/ 128 w 128"/>
              <a:gd name="T5" fmla="*/ 10 h 114"/>
              <a:gd name="T6" fmla="*/ 125 w 128"/>
              <a:gd name="T7" fmla="*/ 3 h 114"/>
              <a:gd name="T8" fmla="*/ 111 w 128"/>
              <a:gd name="T9" fmla="*/ 3 h 114"/>
              <a:gd name="T10" fmla="*/ 87 w 128"/>
              <a:gd name="T11" fmla="*/ 27 h 114"/>
              <a:gd name="T12" fmla="*/ 6 w 128"/>
              <a:gd name="T13" fmla="*/ 27 h 114"/>
              <a:gd name="T14" fmla="*/ 0 w 128"/>
              <a:gd name="T15" fmla="*/ 33 h 114"/>
              <a:gd name="T16" fmla="*/ 0 w 128"/>
              <a:gd name="T17" fmla="*/ 108 h 114"/>
              <a:gd name="T18" fmla="*/ 6 w 128"/>
              <a:gd name="T19" fmla="*/ 114 h 114"/>
              <a:gd name="T20" fmla="*/ 95 w 128"/>
              <a:gd name="T21" fmla="*/ 114 h 114"/>
              <a:gd name="T22" fmla="*/ 101 w 128"/>
              <a:gd name="T23" fmla="*/ 108 h 114"/>
              <a:gd name="T24" fmla="*/ 101 w 128"/>
              <a:gd name="T25" fmla="*/ 41 h 114"/>
              <a:gd name="T26" fmla="*/ 96 w 128"/>
              <a:gd name="T27" fmla="*/ 109 h 114"/>
              <a:gd name="T28" fmla="*/ 5 w 128"/>
              <a:gd name="T29" fmla="*/ 109 h 114"/>
              <a:gd name="T30" fmla="*/ 5 w 128"/>
              <a:gd name="T31" fmla="*/ 32 h 114"/>
              <a:gd name="T32" fmla="*/ 83 w 128"/>
              <a:gd name="T33" fmla="*/ 32 h 114"/>
              <a:gd name="T34" fmla="*/ 63 w 128"/>
              <a:gd name="T35" fmla="*/ 52 h 114"/>
              <a:gd name="T36" fmla="*/ 62 w 128"/>
              <a:gd name="T37" fmla="*/ 54 h 114"/>
              <a:gd name="T38" fmla="*/ 62 w 128"/>
              <a:gd name="T39" fmla="*/ 64 h 114"/>
              <a:gd name="T40" fmla="*/ 63 w 128"/>
              <a:gd name="T41" fmla="*/ 66 h 114"/>
              <a:gd name="T42" fmla="*/ 64 w 128"/>
              <a:gd name="T43" fmla="*/ 66 h 114"/>
              <a:gd name="T44" fmla="*/ 75 w 128"/>
              <a:gd name="T45" fmla="*/ 66 h 114"/>
              <a:gd name="T46" fmla="*/ 76 w 128"/>
              <a:gd name="T47" fmla="*/ 66 h 114"/>
              <a:gd name="T48" fmla="*/ 76 w 128"/>
              <a:gd name="T49" fmla="*/ 66 h 114"/>
              <a:gd name="T50" fmla="*/ 96 w 128"/>
              <a:gd name="T51" fmla="*/ 46 h 114"/>
              <a:gd name="T52" fmla="*/ 96 w 128"/>
              <a:gd name="T53" fmla="*/ 109 h 114"/>
              <a:gd name="T54" fmla="*/ 74 w 128"/>
              <a:gd name="T55" fmla="*/ 62 h 114"/>
              <a:gd name="T56" fmla="*/ 67 w 128"/>
              <a:gd name="T57" fmla="*/ 62 h 114"/>
              <a:gd name="T58" fmla="*/ 67 w 128"/>
              <a:gd name="T59" fmla="*/ 55 h 114"/>
              <a:gd name="T60" fmla="*/ 115 w 128"/>
              <a:gd name="T61" fmla="*/ 6 h 114"/>
              <a:gd name="T62" fmla="*/ 118 w 128"/>
              <a:gd name="T63" fmla="*/ 5 h 114"/>
              <a:gd name="T64" fmla="*/ 122 w 128"/>
              <a:gd name="T65" fmla="*/ 6 h 114"/>
              <a:gd name="T66" fmla="*/ 122 w 128"/>
              <a:gd name="T67" fmla="*/ 14 h 114"/>
              <a:gd name="T68" fmla="*/ 74 w 128"/>
              <a:gd name="T69" fmla="*/ 62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14">
                <a:moveTo>
                  <a:pt x="101" y="41"/>
                </a:moveTo>
                <a:cubicBezTo>
                  <a:pt x="125" y="17"/>
                  <a:pt x="125" y="17"/>
                  <a:pt x="125" y="17"/>
                </a:cubicBezTo>
                <a:cubicBezTo>
                  <a:pt x="127" y="15"/>
                  <a:pt x="128" y="13"/>
                  <a:pt x="128" y="10"/>
                </a:cubicBezTo>
                <a:cubicBezTo>
                  <a:pt x="128" y="8"/>
                  <a:pt x="127" y="5"/>
                  <a:pt x="125" y="3"/>
                </a:cubicBezTo>
                <a:cubicBezTo>
                  <a:pt x="121" y="0"/>
                  <a:pt x="115" y="0"/>
                  <a:pt x="111" y="3"/>
                </a:cubicBezTo>
                <a:cubicBezTo>
                  <a:pt x="87" y="27"/>
                  <a:pt x="87" y="27"/>
                  <a:pt x="87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3" y="27"/>
                  <a:pt x="0" y="30"/>
                  <a:pt x="0" y="33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1"/>
                  <a:pt x="3" y="114"/>
                  <a:pt x="6" y="114"/>
                </a:cubicBezTo>
                <a:cubicBezTo>
                  <a:pt x="95" y="114"/>
                  <a:pt x="95" y="114"/>
                  <a:pt x="95" y="114"/>
                </a:cubicBezTo>
                <a:cubicBezTo>
                  <a:pt x="98" y="114"/>
                  <a:pt x="101" y="111"/>
                  <a:pt x="101" y="108"/>
                </a:cubicBezTo>
                <a:lnTo>
                  <a:pt x="101" y="41"/>
                </a:lnTo>
                <a:close/>
                <a:moveTo>
                  <a:pt x="96" y="109"/>
                </a:moveTo>
                <a:cubicBezTo>
                  <a:pt x="5" y="109"/>
                  <a:pt x="5" y="109"/>
                  <a:pt x="5" y="109"/>
                </a:cubicBezTo>
                <a:cubicBezTo>
                  <a:pt x="5" y="32"/>
                  <a:pt x="5" y="32"/>
                  <a:pt x="5" y="32"/>
                </a:cubicBezTo>
                <a:cubicBezTo>
                  <a:pt x="83" y="32"/>
                  <a:pt x="83" y="32"/>
                  <a:pt x="83" y="32"/>
                </a:cubicBezTo>
                <a:cubicBezTo>
                  <a:pt x="63" y="52"/>
                  <a:pt x="63" y="52"/>
                  <a:pt x="63" y="52"/>
                </a:cubicBezTo>
                <a:cubicBezTo>
                  <a:pt x="62" y="52"/>
                  <a:pt x="62" y="53"/>
                  <a:pt x="62" y="54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5"/>
                  <a:pt x="62" y="65"/>
                  <a:pt x="63" y="66"/>
                </a:cubicBezTo>
                <a:cubicBezTo>
                  <a:pt x="63" y="66"/>
                  <a:pt x="64" y="66"/>
                  <a:pt x="64" y="66"/>
                </a:cubicBezTo>
                <a:cubicBezTo>
                  <a:pt x="75" y="66"/>
                  <a:pt x="75" y="66"/>
                  <a:pt x="75" y="66"/>
                </a:cubicBezTo>
                <a:cubicBezTo>
                  <a:pt x="75" y="66"/>
                  <a:pt x="76" y="66"/>
                  <a:pt x="76" y="66"/>
                </a:cubicBezTo>
                <a:cubicBezTo>
                  <a:pt x="76" y="66"/>
                  <a:pt x="76" y="66"/>
                  <a:pt x="76" y="66"/>
                </a:cubicBezTo>
                <a:cubicBezTo>
                  <a:pt x="96" y="46"/>
                  <a:pt x="96" y="46"/>
                  <a:pt x="96" y="46"/>
                </a:cubicBezTo>
                <a:lnTo>
                  <a:pt x="96" y="109"/>
                </a:lnTo>
                <a:close/>
                <a:moveTo>
                  <a:pt x="74" y="62"/>
                </a:moveTo>
                <a:cubicBezTo>
                  <a:pt x="67" y="62"/>
                  <a:pt x="67" y="62"/>
                  <a:pt x="67" y="62"/>
                </a:cubicBezTo>
                <a:cubicBezTo>
                  <a:pt x="67" y="55"/>
                  <a:pt x="67" y="55"/>
                  <a:pt x="67" y="55"/>
                </a:cubicBezTo>
                <a:cubicBezTo>
                  <a:pt x="115" y="6"/>
                  <a:pt x="115" y="6"/>
                  <a:pt x="115" y="6"/>
                </a:cubicBezTo>
                <a:cubicBezTo>
                  <a:pt x="116" y="5"/>
                  <a:pt x="118" y="5"/>
                  <a:pt x="118" y="5"/>
                </a:cubicBezTo>
                <a:cubicBezTo>
                  <a:pt x="119" y="5"/>
                  <a:pt x="121" y="5"/>
                  <a:pt x="122" y="6"/>
                </a:cubicBezTo>
                <a:cubicBezTo>
                  <a:pt x="124" y="8"/>
                  <a:pt x="124" y="12"/>
                  <a:pt x="122" y="14"/>
                </a:cubicBezTo>
                <a:lnTo>
                  <a:pt x="74" y="62"/>
                </a:lnTo>
                <a:close/>
              </a:path>
            </a:pathLst>
          </a:custGeom>
          <a:solidFill>
            <a:srgbClr val="1F4E7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1" name="Freeform 108">
            <a:extLst>
              <a:ext uri="{FF2B5EF4-FFF2-40B4-BE49-F238E27FC236}">
                <a16:creationId xmlns:a16="http://schemas.microsoft.com/office/drawing/2014/main" id="{5EB69014-7CF2-415E-BDB6-C9EC32D9578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386395" y="1299111"/>
            <a:ext cx="360000" cy="219337"/>
          </a:xfrm>
          <a:custGeom>
            <a:avLst/>
            <a:gdLst>
              <a:gd name="T0" fmla="*/ 126 w 128"/>
              <a:gd name="T1" fmla="*/ 74 h 78"/>
              <a:gd name="T2" fmla="*/ 114 w 128"/>
              <a:gd name="T3" fmla="*/ 74 h 78"/>
              <a:gd name="T4" fmla="*/ 114 w 128"/>
              <a:gd name="T5" fmla="*/ 50 h 78"/>
              <a:gd name="T6" fmla="*/ 108 w 128"/>
              <a:gd name="T7" fmla="*/ 44 h 78"/>
              <a:gd name="T8" fmla="*/ 94 w 128"/>
              <a:gd name="T9" fmla="*/ 44 h 78"/>
              <a:gd name="T10" fmla="*/ 88 w 128"/>
              <a:gd name="T11" fmla="*/ 50 h 78"/>
              <a:gd name="T12" fmla="*/ 88 w 128"/>
              <a:gd name="T13" fmla="*/ 74 h 78"/>
              <a:gd name="T14" fmla="*/ 77 w 128"/>
              <a:gd name="T15" fmla="*/ 74 h 78"/>
              <a:gd name="T16" fmla="*/ 77 w 128"/>
              <a:gd name="T17" fmla="*/ 6 h 78"/>
              <a:gd name="T18" fmla="*/ 71 w 128"/>
              <a:gd name="T19" fmla="*/ 0 h 78"/>
              <a:gd name="T20" fmla="*/ 57 w 128"/>
              <a:gd name="T21" fmla="*/ 0 h 78"/>
              <a:gd name="T22" fmla="*/ 51 w 128"/>
              <a:gd name="T23" fmla="*/ 6 h 78"/>
              <a:gd name="T24" fmla="*/ 51 w 128"/>
              <a:gd name="T25" fmla="*/ 74 h 78"/>
              <a:gd name="T26" fmla="*/ 40 w 128"/>
              <a:gd name="T27" fmla="*/ 74 h 78"/>
              <a:gd name="T28" fmla="*/ 40 w 128"/>
              <a:gd name="T29" fmla="*/ 35 h 78"/>
              <a:gd name="T30" fmla="*/ 34 w 128"/>
              <a:gd name="T31" fmla="*/ 29 h 78"/>
              <a:gd name="T32" fmla="*/ 20 w 128"/>
              <a:gd name="T33" fmla="*/ 29 h 78"/>
              <a:gd name="T34" fmla="*/ 14 w 128"/>
              <a:gd name="T35" fmla="*/ 35 h 78"/>
              <a:gd name="T36" fmla="*/ 14 w 128"/>
              <a:gd name="T37" fmla="*/ 74 h 78"/>
              <a:gd name="T38" fmla="*/ 2 w 128"/>
              <a:gd name="T39" fmla="*/ 74 h 78"/>
              <a:gd name="T40" fmla="*/ 0 w 128"/>
              <a:gd name="T41" fmla="*/ 76 h 78"/>
              <a:gd name="T42" fmla="*/ 2 w 128"/>
              <a:gd name="T43" fmla="*/ 78 h 78"/>
              <a:gd name="T44" fmla="*/ 126 w 128"/>
              <a:gd name="T45" fmla="*/ 78 h 78"/>
              <a:gd name="T46" fmla="*/ 128 w 128"/>
              <a:gd name="T47" fmla="*/ 76 h 78"/>
              <a:gd name="T48" fmla="*/ 126 w 128"/>
              <a:gd name="T49" fmla="*/ 74 h 78"/>
              <a:gd name="T50" fmla="*/ 36 w 128"/>
              <a:gd name="T51" fmla="*/ 74 h 78"/>
              <a:gd name="T52" fmla="*/ 18 w 128"/>
              <a:gd name="T53" fmla="*/ 74 h 78"/>
              <a:gd name="T54" fmla="*/ 18 w 128"/>
              <a:gd name="T55" fmla="*/ 34 h 78"/>
              <a:gd name="T56" fmla="*/ 36 w 128"/>
              <a:gd name="T57" fmla="*/ 34 h 78"/>
              <a:gd name="T58" fmla="*/ 36 w 128"/>
              <a:gd name="T59" fmla="*/ 74 h 78"/>
              <a:gd name="T60" fmla="*/ 73 w 128"/>
              <a:gd name="T61" fmla="*/ 74 h 78"/>
              <a:gd name="T62" fmla="*/ 55 w 128"/>
              <a:gd name="T63" fmla="*/ 74 h 78"/>
              <a:gd name="T64" fmla="*/ 55 w 128"/>
              <a:gd name="T65" fmla="*/ 4 h 78"/>
              <a:gd name="T66" fmla="*/ 73 w 128"/>
              <a:gd name="T67" fmla="*/ 4 h 78"/>
              <a:gd name="T68" fmla="*/ 73 w 128"/>
              <a:gd name="T69" fmla="*/ 74 h 78"/>
              <a:gd name="T70" fmla="*/ 110 w 128"/>
              <a:gd name="T71" fmla="*/ 74 h 78"/>
              <a:gd name="T72" fmla="*/ 92 w 128"/>
              <a:gd name="T73" fmla="*/ 74 h 78"/>
              <a:gd name="T74" fmla="*/ 92 w 128"/>
              <a:gd name="T75" fmla="*/ 49 h 78"/>
              <a:gd name="T76" fmla="*/ 110 w 128"/>
              <a:gd name="T77" fmla="*/ 49 h 78"/>
              <a:gd name="T78" fmla="*/ 110 w 128"/>
              <a:gd name="T79" fmla="*/ 74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" h="78">
                <a:moveTo>
                  <a:pt x="126" y="74"/>
                </a:moveTo>
                <a:cubicBezTo>
                  <a:pt x="114" y="74"/>
                  <a:pt x="114" y="74"/>
                  <a:pt x="114" y="74"/>
                </a:cubicBezTo>
                <a:cubicBezTo>
                  <a:pt x="114" y="50"/>
                  <a:pt x="114" y="50"/>
                  <a:pt x="114" y="50"/>
                </a:cubicBezTo>
                <a:cubicBezTo>
                  <a:pt x="114" y="47"/>
                  <a:pt x="112" y="44"/>
                  <a:pt x="108" y="44"/>
                </a:cubicBezTo>
                <a:cubicBezTo>
                  <a:pt x="94" y="44"/>
                  <a:pt x="94" y="44"/>
                  <a:pt x="94" y="44"/>
                </a:cubicBezTo>
                <a:cubicBezTo>
                  <a:pt x="90" y="44"/>
                  <a:pt x="88" y="47"/>
                  <a:pt x="88" y="50"/>
                </a:cubicBezTo>
                <a:cubicBezTo>
                  <a:pt x="88" y="74"/>
                  <a:pt x="88" y="74"/>
                  <a:pt x="88" y="74"/>
                </a:cubicBezTo>
                <a:cubicBezTo>
                  <a:pt x="77" y="74"/>
                  <a:pt x="77" y="74"/>
                  <a:pt x="77" y="74"/>
                </a:cubicBezTo>
                <a:cubicBezTo>
                  <a:pt x="77" y="6"/>
                  <a:pt x="77" y="6"/>
                  <a:pt x="77" y="6"/>
                </a:cubicBezTo>
                <a:cubicBezTo>
                  <a:pt x="77" y="2"/>
                  <a:pt x="75" y="0"/>
                  <a:pt x="71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3" y="0"/>
                  <a:pt x="51" y="2"/>
                  <a:pt x="51" y="6"/>
                </a:cubicBezTo>
                <a:cubicBezTo>
                  <a:pt x="51" y="74"/>
                  <a:pt x="51" y="74"/>
                  <a:pt x="51" y="74"/>
                </a:cubicBezTo>
                <a:cubicBezTo>
                  <a:pt x="40" y="74"/>
                  <a:pt x="40" y="74"/>
                  <a:pt x="40" y="74"/>
                </a:cubicBezTo>
                <a:cubicBezTo>
                  <a:pt x="40" y="35"/>
                  <a:pt x="40" y="35"/>
                  <a:pt x="40" y="35"/>
                </a:cubicBezTo>
                <a:cubicBezTo>
                  <a:pt x="40" y="32"/>
                  <a:pt x="38" y="29"/>
                  <a:pt x="34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6" y="29"/>
                  <a:pt x="14" y="32"/>
                  <a:pt x="14" y="35"/>
                </a:cubicBezTo>
                <a:cubicBezTo>
                  <a:pt x="14" y="74"/>
                  <a:pt x="14" y="74"/>
                  <a:pt x="14" y="74"/>
                </a:cubicBezTo>
                <a:cubicBezTo>
                  <a:pt x="2" y="74"/>
                  <a:pt x="2" y="74"/>
                  <a:pt x="2" y="74"/>
                </a:cubicBezTo>
                <a:cubicBezTo>
                  <a:pt x="1" y="74"/>
                  <a:pt x="0" y="75"/>
                  <a:pt x="0" y="76"/>
                </a:cubicBezTo>
                <a:cubicBezTo>
                  <a:pt x="0" y="77"/>
                  <a:pt x="1" y="78"/>
                  <a:pt x="2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7" y="78"/>
                  <a:pt x="128" y="77"/>
                  <a:pt x="128" y="76"/>
                </a:cubicBezTo>
                <a:cubicBezTo>
                  <a:pt x="128" y="75"/>
                  <a:pt x="127" y="74"/>
                  <a:pt x="126" y="74"/>
                </a:cubicBezTo>
                <a:close/>
                <a:moveTo>
                  <a:pt x="36" y="74"/>
                </a:moveTo>
                <a:cubicBezTo>
                  <a:pt x="18" y="74"/>
                  <a:pt x="18" y="74"/>
                  <a:pt x="18" y="74"/>
                </a:cubicBezTo>
                <a:cubicBezTo>
                  <a:pt x="18" y="34"/>
                  <a:pt x="18" y="34"/>
                  <a:pt x="18" y="34"/>
                </a:cubicBezTo>
                <a:cubicBezTo>
                  <a:pt x="36" y="34"/>
                  <a:pt x="36" y="34"/>
                  <a:pt x="36" y="34"/>
                </a:cubicBezTo>
                <a:lnTo>
                  <a:pt x="36" y="74"/>
                </a:lnTo>
                <a:close/>
                <a:moveTo>
                  <a:pt x="73" y="74"/>
                </a:moveTo>
                <a:cubicBezTo>
                  <a:pt x="55" y="74"/>
                  <a:pt x="55" y="74"/>
                  <a:pt x="55" y="74"/>
                </a:cubicBezTo>
                <a:cubicBezTo>
                  <a:pt x="55" y="4"/>
                  <a:pt x="55" y="4"/>
                  <a:pt x="55" y="4"/>
                </a:cubicBezTo>
                <a:cubicBezTo>
                  <a:pt x="73" y="4"/>
                  <a:pt x="73" y="4"/>
                  <a:pt x="73" y="4"/>
                </a:cubicBezTo>
                <a:lnTo>
                  <a:pt x="73" y="74"/>
                </a:lnTo>
                <a:close/>
                <a:moveTo>
                  <a:pt x="110" y="74"/>
                </a:moveTo>
                <a:cubicBezTo>
                  <a:pt x="92" y="74"/>
                  <a:pt x="92" y="74"/>
                  <a:pt x="92" y="74"/>
                </a:cubicBezTo>
                <a:cubicBezTo>
                  <a:pt x="92" y="49"/>
                  <a:pt x="92" y="49"/>
                  <a:pt x="92" y="49"/>
                </a:cubicBezTo>
                <a:cubicBezTo>
                  <a:pt x="110" y="49"/>
                  <a:pt x="110" y="49"/>
                  <a:pt x="110" y="49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1F4E7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2" name="Freeform 96">
            <a:extLst>
              <a:ext uri="{FF2B5EF4-FFF2-40B4-BE49-F238E27FC236}">
                <a16:creationId xmlns:a16="http://schemas.microsoft.com/office/drawing/2014/main" id="{F20D0201-B83E-428C-92F8-76C9C7CEE8BB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411912" y="1202866"/>
            <a:ext cx="324000" cy="325074"/>
          </a:xfrm>
          <a:custGeom>
            <a:avLst/>
            <a:gdLst>
              <a:gd name="T0" fmla="*/ 64 w 128"/>
              <a:gd name="T1" fmla="*/ 128 h 128"/>
              <a:gd name="T2" fmla="*/ 20 w 128"/>
              <a:gd name="T3" fmla="*/ 24 h 128"/>
              <a:gd name="T4" fmla="*/ 48 w 128"/>
              <a:gd name="T5" fmla="*/ 7 h 128"/>
              <a:gd name="T6" fmla="*/ 33 w 128"/>
              <a:gd name="T7" fmla="*/ 30 h 128"/>
              <a:gd name="T8" fmla="*/ 21 w 128"/>
              <a:gd name="T9" fmla="*/ 26 h 128"/>
              <a:gd name="T10" fmla="*/ 5 w 128"/>
              <a:gd name="T11" fmla="*/ 60 h 128"/>
              <a:gd name="T12" fmla="*/ 16 w 128"/>
              <a:gd name="T13" fmla="*/ 29 h 128"/>
              <a:gd name="T14" fmla="*/ 30 w 128"/>
              <a:gd name="T15" fmla="*/ 35 h 128"/>
              <a:gd name="T16" fmla="*/ 24 w 128"/>
              <a:gd name="T17" fmla="*/ 62 h 128"/>
              <a:gd name="T18" fmla="*/ 17 w 128"/>
              <a:gd name="T19" fmla="*/ 98 h 128"/>
              <a:gd name="T20" fmla="*/ 9 w 128"/>
              <a:gd name="T21" fmla="*/ 87 h 128"/>
              <a:gd name="T22" fmla="*/ 24 w 128"/>
              <a:gd name="T23" fmla="*/ 66 h 128"/>
              <a:gd name="T24" fmla="*/ 30 w 128"/>
              <a:gd name="T25" fmla="*/ 93 h 128"/>
              <a:gd name="T26" fmla="*/ 48 w 128"/>
              <a:gd name="T27" fmla="*/ 121 h 128"/>
              <a:gd name="T28" fmla="*/ 20 w 128"/>
              <a:gd name="T29" fmla="*/ 104 h 128"/>
              <a:gd name="T30" fmla="*/ 31 w 128"/>
              <a:gd name="T31" fmla="*/ 98 h 128"/>
              <a:gd name="T32" fmla="*/ 49 w 128"/>
              <a:gd name="T33" fmla="*/ 119 h 128"/>
              <a:gd name="T34" fmla="*/ 62 w 128"/>
              <a:gd name="T35" fmla="*/ 122 h 128"/>
              <a:gd name="T36" fmla="*/ 37 w 128"/>
              <a:gd name="T37" fmla="*/ 97 h 128"/>
              <a:gd name="T38" fmla="*/ 60 w 128"/>
              <a:gd name="T39" fmla="*/ 92 h 128"/>
              <a:gd name="T40" fmla="*/ 62 w 128"/>
              <a:gd name="T41" fmla="*/ 88 h 128"/>
              <a:gd name="T42" fmla="*/ 34 w 128"/>
              <a:gd name="T43" fmla="*/ 92 h 128"/>
              <a:gd name="T44" fmla="*/ 29 w 128"/>
              <a:gd name="T45" fmla="*/ 66 h 128"/>
              <a:gd name="T46" fmla="*/ 62 w 128"/>
              <a:gd name="T47" fmla="*/ 62 h 128"/>
              <a:gd name="T48" fmla="*/ 34 w 128"/>
              <a:gd name="T49" fmla="*/ 38 h 128"/>
              <a:gd name="T50" fmla="*/ 60 w 128"/>
              <a:gd name="T51" fmla="*/ 40 h 128"/>
              <a:gd name="T52" fmla="*/ 62 w 128"/>
              <a:gd name="T53" fmla="*/ 36 h 128"/>
              <a:gd name="T54" fmla="*/ 36 w 128"/>
              <a:gd name="T55" fmla="*/ 32 h 128"/>
              <a:gd name="T56" fmla="*/ 60 w 128"/>
              <a:gd name="T57" fmla="*/ 7 h 128"/>
              <a:gd name="T58" fmla="*/ 111 w 128"/>
              <a:gd name="T59" fmla="*/ 30 h 128"/>
              <a:gd name="T60" fmla="*/ 119 w 128"/>
              <a:gd name="T61" fmla="*/ 41 h 128"/>
              <a:gd name="T62" fmla="*/ 104 w 128"/>
              <a:gd name="T63" fmla="*/ 62 h 128"/>
              <a:gd name="T64" fmla="*/ 98 w 128"/>
              <a:gd name="T65" fmla="*/ 35 h 128"/>
              <a:gd name="T66" fmla="*/ 80 w 128"/>
              <a:gd name="T67" fmla="*/ 7 h 128"/>
              <a:gd name="T68" fmla="*/ 108 w 128"/>
              <a:gd name="T69" fmla="*/ 24 h 128"/>
              <a:gd name="T70" fmla="*/ 97 w 128"/>
              <a:gd name="T71" fmla="*/ 30 h 128"/>
              <a:gd name="T72" fmla="*/ 79 w 128"/>
              <a:gd name="T73" fmla="*/ 9 h 128"/>
              <a:gd name="T74" fmla="*/ 66 w 128"/>
              <a:gd name="T75" fmla="*/ 6 h 128"/>
              <a:gd name="T76" fmla="*/ 91 w 128"/>
              <a:gd name="T77" fmla="*/ 31 h 128"/>
              <a:gd name="T78" fmla="*/ 68 w 128"/>
              <a:gd name="T79" fmla="*/ 36 h 128"/>
              <a:gd name="T80" fmla="*/ 66 w 128"/>
              <a:gd name="T81" fmla="*/ 40 h 128"/>
              <a:gd name="T82" fmla="*/ 94 w 128"/>
              <a:gd name="T83" fmla="*/ 36 h 128"/>
              <a:gd name="T84" fmla="*/ 99 w 128"/>
              <a:gd name="T85" fmla="*/ 62 h 128"/>
              <a:gd name="T86" fmla="*/ 66 w 128"/>
              <a:gd name="T87" fmla="*/ 66 h 128"/>
              <a:gd name="T88" fmla="*/ 94 w 128"/>
              <a:gd name="T89" fmla="*/ 90 h 128"/>
              <a:gd name="T90" fmla="*/ 68 w 128"/>
              <a:gd name="T91" fmla="*/ 88 h 128"/>
              <a:gd name="T92" fmla="*/ 66 w 128"/>
              <a:gd name="T93" fmla="*/ 122 h 128"/>
              <a:gd name="T94" fmla="*/ 90 w 128"/>
              <a:gd name="T95" fmla="*/ 95 h 128"/>
              <a:gd name="T96" fmla="*/ 80 w 128"/>
              <a:gd name="T97" fmla="*/ 112 h 128"/>
              <a:gd name="T98" fmla="*/ 108 w 128"/>
              <a:gd name="T99" fmla="*/ 104 h 128"/>
              <a:gd name="T100" fmla="*/ 80 w 128"/>
              <a:gd name="T101" fmla="*/ 121 h 128"/>
              <a:gd name="T102" fmla="*/ 95 w 128"/>
              <a:gd name="T103" fmla="*/ 98 h 128"/>
              <a:gd name="T104" fmla="*/ 107 w 128"/>
              <a:gd name="T105" fmla="*/ 102 h 128"/>
              <a:gd name="T106" fmla="*/ 123 w 128"/>
              <a:gd name="T107" fmla="*/ 68 h 128"/>
              <a:gd name="T108" fmla="*/ 112 w 128"/>
              <a:gd name="T109" fmla="*/ 99 h 128"/>
              <a:gd name="T110" fmla="*/ 98 w 128"/>
              <a:gd name="T111" fmla="*/ 93 h 128"/>
              <a:gd name="T112" fmla="*/ 104 w 128"/>
              <a:gd name="T113" fmla="*/ 6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20" y="24"/>
                </a:moveTo>
                <a:cubicBezTo>
                  <a:pt x="21" y="23"/>
                  <a:pt x="21" y="23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43" y="8"/>
                  <a:pt x="46" y="7"/>
                  <a:pt x="48" y="7"/>
                </a:cubicBezTo>
                <a:cubicBezTo>
                  <a:pt x="54" y="5"/>
                  <a:pt x="54" y="5"/>
                  <a:pt x="54" y="5"/>
                </a:cubicBezTo>
                <a:cubicBezTo>
                  <a:pt x="49" y="9"/>
                  <a:pt x="49" y="9"/>
                  <a:pt x="49" y="9"/>
                </a:cubicBezTo>
                <a:cubicBezTo>
                  <a:pt x="43" y="15"/>
                  <a:pt x="37" y="22"/>
                  <a:pt x="33" y="30"/>
                </a:cubicBezTo>
                <a:cubicBezTo>
                  <a:pt x="32" y="31"/>
                  <a:pt x="32" y="31"/>
                  <a:pt x="32" y="31"/>
                </a:cubicBezTo>
                <a:cubicBezTo>
                  <a:pt x="31" y="30"/>
                  <a:pt x="31" y="30"/>
                  <a:pt x="31" y="30"/>
                </a:cubicBezTo>
                <a:cubicBezTo>
                  <a:pt x="27" y="29"/>
                  <a:pt x="24" y="28"/>
                  <a:pt x="21" y="26"/>
                </a:cubicBezTo>
                <a:cubicBezTo>
                  <a:pt x="19" y="25"/>
                  <a:pt x="19" y="25"/>
                  <a:pt x="19" y="25"/>
                </a:cubicBezTo>
                <a:lnTo>
                  <a:pt x="20" y="24"/>
                </a:lnTo>
                <a:close/>
                <a:moveTo>
                  <a:pt x="5" y="60"/>
                </a:moveTo>
                <a:cubicBezTo>
                  <a:pt x="5" y="54"/>
                  <a:pt x="7" y="47"/>
                  <a:pt x="9" y="41"/>
                </a:cubicBezTo>
                <a:cubicBezTo>
                  <a:pt x="11" y="37"/>
                  <a:pt x="13" y="33"/>
                  <a:pt x="15" y="30"/>
                </a:cubicBezTo>
                <a:cubicBezTo>
                  <a:pt x="16" y="29"/>
                  <a:pt x="16" y="29"/>
                  <a:pt x="16" y="29"/>
                </a:cubicBezTo>
                <a:cubicBezTo>
                  <a:pt x="17" y="30"/>
                  <a:pt x="17" y="30"/>
                  <a:pt x="17" y="30"/>
                </a:cubicBezTo>
                <a:cubicBezTo>
                  <a:pt x="21" y="31"/>
                  <a:pt x="25" y="33"/>
                  <a:pt x="29" y="34"/>
                </a:cubicBezTo>
                <a:cubicBezTo>
                  <a:pt x="30" y="35"/>
                  <a:pt x="30" y="35"/>
                  <a:pt x="30" y="35"/>
                </a:cubicBezTo>
                <a:cubicBezTo>
                  <a:pt x="29" y="36"/>
                  <a:pt x="29" y="36"/>
                  <a:pt x="29" y="36"/>
                </a:cubicBezTo>
                <a:cubicBezTo>
                  <a:pt x="26" y="44"/>
                  <a:pt x="24" y="52"/>
                  <a:pt x="24" y="60"/>
                </a:cubicBezTo>
                <a:cubicBezTo>
                  <a:pt x="24" y="62"/>
                  <a:pt x="24" y="62"/>
                  <a:pt x="24" y="62"/>
                </a:cubicBezTo>
                <a:cubicBezTo>
                  <a:pt x="5" y="62"/>
                  <a:pt x="5" y="62"/>
                  <a:pt x="5" y="62"/>
                </a:cubicBezTo>
                <a:lnTo>
                  <a:pt x="5" y="60"/>
                </a:lnTo>
                <a:close/>
                <a:moveTo>
                  <a:pt x="17" y="98"/>
                </a:moveTo>
                <a:cubicBezTo>
                  <a:pt x="16" y="99"/>
                  <a:pt x="16" y="99"/>
                  <a:pt x="16" y="99"/>
                </a:cubicBezTo>
                <a:cubicBezTo>
                  <a:pt x="15" y="98"/>
                  <a:pt x="15" y="98"/>
                  <a:pt x="15" y="98"/>
                </a:cubicBezTo>
                <a:cubicBezTo>
                  <a:pt x="13" y="95"/>
                  <a:pt x="11" y="91"/>
                  <a:pt x="9" y="87"/>
                </a:cubicBezTo>
                <a:cubicBezTo>
                  <a:pt x="7" y="81"/>
                  <a:pt x="5" y="74"/>
                  <a:pt x="5" y="68"/>
                </a:cubicBezTo>
                <a:cubicBezTo>
                  <a:pt x="5" y="66"/>
                  <a:pt x="5" y="66"/>
                  <a:pt x="5" y="66"/>
                </a:cubicBezTo>
                <a:cubicBezTo>
                  <a:pt x="24" y="66"/>
                  <a:pt x="24" y="66"/>
                  <a:pt x="24" y="66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76"/>
                  <a:pt x="26" y="84"/>
                  <a:pt x="29" y="92"/>
                </a:cubicBezTo>
                <a:cubicBezTo>
                  <a:pt x="30" y="93"/>
                  <a:pt x="30" y="93"/>
                  <a:pt x="30" y="93"/>
                </a:cubicBezTo>
                <a:cubicBezTo>
                  <a:pt x="29" y="94"/>
                  <a:pt x="29" y="94"/>
                  <a:pt x="29" y="94"/>
                </a:cubicBezTo>
                <a:cubicBezTo>
                  <a:pt x="25" y="95"/>
                  <a:pt x="21" y="97"/>
                  <a:pt x="17" y="98"/>
                </a:cubicBezTo>
                <a:close/>
                <a:moveTo>
                  <a:pt x="48" y="121"/>
                </a:moveTo>
                <a:cubicBezTo>
                  <a:pt x="46" y="121"/>
                  <a:pt x="43" y="120"/>
                  <a:pt x="41" y="119"/>
                </a:cubicBezTo>
                <a:cubicBezTo>
                  <a:pt x="34" y="116"/>
                  <a:pt x="27" y="112"/>
                  <a:pt x="22" y="106"/>
                </a:cubicBezTo>
                <a:cubicBezTo>
                  <a:pt x="21" y="105"/>
                  <a:pt x="21" y="105"/>
                  <a:pt x="20" y="104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4" y="100"/>
                  <a:pt x="27" y="99"/>
                  <a:pt x="31" y="98"/>
                </a:cubicBezTo>
                <a:cubicBezTo>
                  <a:pt x="32" y="97"/>
                  <a:pt x="32" y="97"/>
                  <a:pt x="32" y="97"/>
                </a:cubicBezTo>
                <a:cubicBezTo>
                  <a:pt x="33" y="98"/>
                  <a:pt x="33" y="98"/>
                  <a:pt x="33" y="98"/>
                </a:cubicBezTo>
                <a:cubicBezTo>
                  <a:pt x="37" y="106"/>
                  <a:pt x="43" y="113"/>
                  <a:pt x="49" y="119"/>
                </a:cubicBezTo>
                <a:cubicBezTo>
                  <a:pt x="54" y="123"/>
                  <a:pt x="54" y="123"/>
                  <a:pt x="54" y="123"/>
                </a:cubicBezTo>
                <a:lnTo>
                  <a:pt x="48" y="121"/>
                </a:lnTo>
                <a:close/>
                <a:moveTo>
                  <a:pt x="62" y="122"/>
                </a:moveTo>
                <a:cubicBezTo>
                  <a:pt x="60" y="121"/>
                  <a:pt x="60" y="121"/>
                  <a:pt x="60" y="121"/>
                </a:cubicBezTo>
                <a:cubicBezTo>
                  <a:pt x="55" y="118"/>
                  <a:pt x="52" y="115"/>
                  <a:pt x="48" y="112"/>
                </a:cubicBezTo>
                <a:cubicBezTo>
                  <a:pt x="44" y="107"/>
                  <a:pt x="40" y="103"/>
                  <a:pt x="37" y="97"/>
                </a:cubicBezTo>
                <a:cubicBezTo>
                  <a:pt x="36" y="96"/>
                  <a:pt x="36" y="96"/>
                  <a:pt x="36" y="96"/>
                </a:cubicBezTo>
                <a:cubicBezTo>
                  <a:pt x="38" y="95"/>
                  <a:pt x="38" y="95"/>
                  <a:pt x="38" y="95"/>
                </a:cubicBezTo>
                <a:cubicBezTo>
                  <a:pt x="45" y="94"/>
                  <a:pt x="53" y="93"/>
                  <a:pt x="60" y="92"/>
                </a:cubicBezTo>
                <a:cubicBezTo>
                  <a:pt x="62" y="92"/>
                  <a:pt x="62" y="92"/>
                  <a:pt x="62" y="92"/>
                </a:cubicBezTo>
                <a:lnTo>
                  <a:pt x="62" y="122"/>
                </a:lnTo>
                <a:close/>
                <a:moveTo>
                  <a:pt x="62" y="88"/>
                </a:moveTo>
                <a:cubicBezTo>
                  <a:pt x="60" y="88"/>
                  <a:pt x="60" y="88"/>
                  <a:pt x="60" y="88"/>
                </a:cubicBezTo>
                <a:cubicBezTo>
                  <a:pt x="52" y="88"/>
                  <a:pt x="44" y="89"/>
                  <a:pt x="36" y="91"/>
                </a:cubicBezTo>
                <a:cubicBezTo>
                  <a:pt x="34" y="92"/>
                  <a:pt x="34" y="92"/>
                  <a:pt x="34" y="92"/>
                </a:cubicBezTo>
                <a:cubicBezTo>
                  <a:pt x="34" y="90"/>
                  <a:pt x="34" y="90"/>
                  <a:pt x="34" y="90"/>
                </a:cubicBezTo>
                <a:cubicBezTo>
                  <a:pt x="31" y="83"/>
                  <a:pt x="29" y="76"/>
                  <a:pt x="29" y="68"/>
                </a:cubicBezTo>
                <a:cubicBezTo>
                  <a:pt x="29" y="66"/>
                  <a:pt x="29" y="66"/>
                  <a:pt x="29" y="66"/>
                </a:cubicBezTo>
                <a:cubicBezTo>
                  <a:pt x="62" y="66"/>
                  <a:pt x="62" y="66"/>
                  <a:pt x="62" y="66"/>
                </a:cubicBezTo>
                <a:lnTo>
                  <a:pt x="62" y="88"/>
                </a:lnTo>
                <a:close/>
                <a:moveTo>
                  <a:pt x="62" y="62"/>
                </a:moveTo>
                <a:cubicBezTo>
                  <a:pt x="29" y="62"/>
                  <a:pt x="29" y="62"/>
                  <a:pt x="29" y="62"/>
                </a:cubicBezTo>
                <a:cubicBezTo>
                  <a:pt x="29" y="60"/>
                  <a:pt x="29" y="60"/>
                  <a:pt x="29" y="60"/>
                </a:cubicBezTo>
                <a:cubicBezTo>
                  <a:pt x="29" y="52"/>
                  <a:pt x="31" y="45"/>
                  <a:pt x="34" y="38"/>
                </a:cubicBezTo>
                <a:cubicBezTo>
                  <a:pt x="34" y="37"/>
                  <a:pt x="34" y="37"/>
                  <a:pt x="34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44" y="39"/>
                  <a:pt x="52" y="40"/>
                  <a:pt x="60" y="40"/>
                </a:cubicBezTo>
                <a:cubicBezTo>
                  <a:pt x="62" y="40"/>
                  <a:pt x="62" y="40"/>
                  <a:pt x="62" y="40"/>
                </a:cubicBezTo>
                <a:lnTo>
                  <a:pt x="62" y="62"/>
                </a:lnTo>
                <a:close/>
                <a:moveTo>
                  <a:pt x="62" y="36"/>
                </a:moveTo>
                <a:cubicBezTo>
                  <a:pt x="60" y="36"/>
                  <a:pt x="60" y="36"/>
                  <a:pt x="60" y="36"/>
                </a:cubicBezTo>
                <a:cubicBezTo>
                  <a:pt x="53" y="35"/>
                  <a:pt x="45" y="34"/>
                  <a:pt x="38" y="33"/>
                </a:cubicBezTo>
                <a:cubicBezTo>
                  <a:pt x="36" y="32"/>
                  <a:pt x="36" y="32"/>
                  <a:pt x="36" y="32"/>
                </a:cubicBezTo>
                <a:cubicBezTo>
                  <a:pt x="37" y="31"/>
                  <a:pt x="37" y="31"/>
                  <a:pt x="37" y="31"/>
                </a:cubicBezTo>
                <a:cubicBezTo>
                  <a:pt x="40" y="25"/>
                  <a:pt x="44" y="21"/>
                  <a:pt x="48" y="17"/>
                </a:cubicBezTo>
                <a:cubicBezTo>
                  <a:pt x="52" y="13"/>
                  <a:pt x="55" y="10"/>
                  <a:pt x="60" y="7"/>
                </a:cubicBezTo>
                <a:cubicBezTo>
                  <a:pt x="62" y="6"/>
                  <a:pt x="62" y="6"/>
                  <a:pt x="62" y="6"/>
                </a:cubicBezTo>
                <a:lnTo>
                  <a:pt x="62" y="36"/>
                </a:lnTo>
                <a:close/>
                <a:moveTo>
                  <a:pt x="111" y="30"/>
                </a:moveTo>
                <a:cubicBezTo>
                  <a:pt x="112" y="29"/>
                  <a:pt x="112" y="29"/>
                  <a:pt x="112" y="29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15" y="33"/>
                  <a:pt x="117" y="37"/>
                  <a:pt x="119" y="41"/>
                </a:cubicBezTo>
                <a:cubicBezTo>
                  <a:pt x="121" y="47"/>
                  <a:pt x="123" y="54"/>
                  <a:pt x="123" y="60"/>
                </a:cubicBezTo>
                <a:cubicBezTo>
                  <a:pt x="123" y="62"/>
                  <a:pt x="123" y="62"/>
                  <a:pt x="123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104" y="52"/>
                  <a:pt x="102" y="44"/>
                  <a:pt x="98" y="36"/>
                </a:cubicBezTo>
                <a:cubicBezTo>
                  <a:pt x="98" y="35"/>
                  <a:pt x="98" y="35"/>
                  <a:pt x="98" y="35"/>
                </a:cubicBezTo>
                <a:cubicBezTo>
                  <a:pt x="99" y="34"/>
                  <a:pt x="99" y="34"/>
                  <a:pt x="99" y="34"/>
                </a:cubicBezTo>
                <a:cubicBezTo>
                  <a:pt x="103" y="33"/>
                  <a:pt x="107" y="31"/>
                  <a:pt x="111" y="30"/>
                </a:cubicBezTo>
                <a:close/>
                <a:moveTo>
                  <a:pt x="80" y="7"/>
                </a:moveTo>
                <a:cubicBezTo>
                  <a:pt x="82" y="7"/>
                  <a:pt x="85" y="8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07" y="23"/>
                  <a:pt x="107" y="23"/>
                  <a:pt x="108" y="24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7" y="26"/>
                  <a:pt x="107" y="26"/>
                  <a:pt x="107" y="26"/>
                </a:cubicBezTo>
                <a:cubicBezTo>
                  <a:pt x="104" y="28"/>
                  <a:pt x="101" y="29"/>
                  <a:pt x="97" y="30"/>
                </a:cubicBezTo>
                <a:cubicBezTo>
                  <a:pt x="96" y="31"/>
                  <a:pt x="96" y="31"/>
                  <a:pt x="96" y="31"/>
                </a:cubicBezTo>
                <a:cubicBezTo>
                  <a:pt x="95" y="30"/>
                  <a:pt x="95" y="30"/>
                  <a:pt x="95" y="30"/>
                </a:cubicBezTo>
                <a:cubicBezTo>
                  <a:pt x="91" y="22"/>
                  <a:pt x="85" y="15"/>
                  <a:pt x="79" y="9"/>
                </a:cubicBezTo>
                <a:cubicBezTo>
                  <a:pt x="74" y="5"/>
                  <a:pt x="74" y="5"/>
                  <a:pt x="74" y="5"/>
                </a:cubicBezTo>
                <a:lnTo>
                  <a:pt x="80" y="7"/>
                </a:lnTo>
                <a:close/>
                <a:moveTo>
                  <a:pt x="66" y="6"/>
                </a:moveTo>
                <a:cubicBezTo>
                  <a:pt x="68" y="7"/>
                  <a:pt x="68" y="7"/>
                  <a:pt x="68" y="7"/>
                </a:cubicBezTo>
                <a:cubicBezTo>
                  <a:pt x="73" y="10"/>
                  <a:pt x="76" y="13"/>
                  <a:pt x="80" y="16"/>
                </a:cubicBezTo>
                <a:cubicBezTo>
                  <a:pt x="84" y="21"/>
                  <a:pt x="88" y="25"/>
                  <a:pt x="91" y="31"/>
                </a:cubicBezTo>
                <a:cubicBezTo>
                  <a:pt x="91" y="32"/>
                  <a:pt x="91" y="32"/>
                  <a:pt x="91" y="32"/>
                </a:cubicBezTo>
                <a:cubicBezTo>
                  <a:pt x="90" y="33"/>
                  <a:pt x="90" y="33"/>
                  <a:pt x="90" y="33"/>
                </a:cubicBezTo>
                <a:cubicBezTo>
                  <a:pt x="83" y="34"/>
                  <a:pt x="75" y="35"/>
                  <a:pt x="68" y="36"/>
                </a:cubicBezTo>
                <a:cubicBezTo>
                  <a:pt x="66" y="36"/>
                  <a:pt x="66" y="36"/>
                  <a:pt x="66" y="36"/>
                </a:cubicBezTo>
                <a:lnTo>
                  <a:pt x="66" y="6"/>
                </a:lnTo>
                <a:close/>
                <a:moveTo>
                  <a:pt x="66" y="40"/>
                </a:moveTo>
                <a:cubicBezTo>
                  <a:pt x="68" y="40"/>
                  <a:pt x="68" y="40"/>
                  <a:pt x="68" y="40"/>
                </a:cubicBezTo>
                <a:cubicBezTo>
                  <a:pt x="76" y="40"/>
                  <a:pt x="84" y="39"/>
                  <a:pt x="92" y="37"/>
                </a:cubicBezTo>
                <a:cubicBezTo>
                  <a:pt x="94" y="36"/>
                  <a:pt x="94" y="36"/>
                  <a:pt x="94" y="36"/>
                </a:cubicBezTo>
                <a:cubicBezTo>
                  <a:pt x="94" y="38"/>
                  <a:pt x="94" y="38"/>
                  <a:pt x="94" y="38"/>
                </a:cubicBezTo>
                <a:cubicBezTo>
                  <a:pt x="97" y="45"/>
                  <a:pt x="99" y="52"/>
                  <a:pt x="99" y="60"/>
                </a:cubicBezTo>
                <a:cubicBezTo>
                  <a:pt x="99" y="62"/>
                  <a:pt x="99" y="62"/>
                  <a:pt x="99" y="62"/>
                </a:cubicBezTo>
                <a:cubicBezTo>
                  <a:pt x="66" y="62"/>
                  <a:pt x="66" y="62"/>
                  <a:pt x="66" y="62"/>
                </a:cubicBezTo>
                <a:lnTo>
                  <a:pt x="66" y="40"/>
                </a:lnTo>
                <a:close/>
                <a:moveTo>
                  <a:pt x="66" y="66"/>
                </a:moveTo>
                <a:cubicBezTo>
                  <a:pt x="99" y="66"/>
                  <a:pt x="99" y="66"/>
                  <a:pt x="99" y="66"/>
                </a:cubicBezTo>
                <a:cubicBezTo>
                  <a:pt x="99" y="68"/>
                  <a:pt x="99" y="68"/>
                  <a:pt x="99" y="68"/>
                </a:cubicBezTo>
                <a:cubicBezTo>
                  <a:pt x="99" y="76"/>
                  <a:pt x="97" y="83"/>
                  <a:pt x="94" y="90"/>
                </a:cubicBezTo>
                <a:cubicBezTo>
                  <a:pt x="94" y="91"/>
                  <a:pt x="94" y="91"/>
                  <a:pt x="94" y="91"/>
                </a:cubicBezTo>
                <a:cubicBezTo>
                  <a:pt x="92" y="91"/>
                  <a:pt x="92" y="91"/>
                  <a:pt x="92" y="91"/>
                </a:cubicBezTo>
                <a:cubicBezTo>
                  <a:pt x="84" y="89"/>
                  <a:pt x="76" y="88"/>
                  <a:pt x="68" y="88"/>
                </a:cubicBezTo>
                <a:cubicBezTo>
                  <a:pt x="66" y="88"/>
                  <a:pt x="66" y="88"/>
                  <a:pt x="66" y="88"/>
                </a:cubicBezTo>
                <a:lnTo>
                  <a:pt x="66" y="66"/>
                </a:lnTo>
                <a:close/>
                <a:moveTo>
                  <a:pt x="66" y="122"/>
                </a:moveTo>
                <a:cubicBezTo>
                  <a:pt x="66" y="92"/>
                  <a:pt x="66" y="92"/>
                  <a:pt x="66" y="92"/>
                </a:cubicBezTo>
                <a:cubicBezTo>
                  <a:pt x="68" y="92"/>
                  <a:pt x="68" y="92"/>
                  <a:pt x="68" y="92"/>
                </a:cubicBezTo>
                <a:cubicBezTo>
                  <a:pt x="75" y="93"/>
                  <a:pt x="83" y="94"/>
                  <a:pt x="90" y="95"/>
                </a:cubicBezTo>
                <a:cubicBezTo>
                  <a:pt x="91" y="96"/>
                  <a:pt x="91" y="96"/>
                  <a:pt x="91" y="96"/>
                </a:cubicBezTo>
                <a:cubicBezTo>
                  <a:pt x="91" y="97"/>
                  <a:pt x="91" y="97"/>
                  <a:pt x="91" y="97"/>
                </a:cubicBezTo>
                <a:cubicBezTo>
                  <a:pt x="88" y="103"/>
                  <a:pt x="84" y="107"/>
                  <a:pt x="80" y="112"/>
                </a:cubicBezTo>
                <a:cubicBezTo>
                  <a:pt x="76" y="115"/>
                  <a:pt x="73" y="118"/>
                  <a:pt x="68" y="121"/>
                </a:cubicBezTo>
                <a:lnTo>
                  <a:pt x="66" y="122"/>
                </a:lnTo>
                <a:close/>
                <a:moveTo>
                  <a:pt x="108" y="104"/>
                </a:moveTo>
                <a:cubicBezTo>
                  <a:pt x="107" y="105"/>
                  <a:pt x="107" y="105"/>
                  <a:pt x="106" y="106"/>
                </a:cubicBezTo>
                <a:cubicBezTo>
                  <a:pt x="101" y="112"/>
                  <a:pt x="94" y="116"/>
                  <a:pt x="87" y="119"/>
                </a:cubicBezTo>
                <a:cubicBezTo>
                  <a:pt x="85" y="120"/>
                  <a:pt x="82" y="121"/>
                  <a:pt x="80" y="121"/>
                </a:cubicBezTo>
                <a:cubicBezTo>
                  <a:pt x="74" y="123"/>
                  <a:pt x="74" y="123"/>
                  <a:pt x="74" y="123"/>
                </a:cubicBezTo>
                <a:cubicBezTo>
                  <a:pt x="79" y="119"/>
                  <a:pt x="79" y="119"/>
                  <a:pt x="79" y="119"/>
                </a:cubicBezTo>
                <a:cubicBezTo>
                  <a:pt x="85" y="113"/>
                  <a:pt x="91" y="106"/>
                  <a:pt x="95" y="98"/>
                </a:cubicBezTo>
                <a:cubicBezTo>
                  <a:pt x="96" y="97"/>
                  <a:pt x="96" y="97"/>
                  <a:pt x="96" y="97"/>
                </a:cubicBezTo>
                <a:cubicBezTo>
                  <a:pt x="97" y="98"/>
                  <a:pt x="97" y="98"/>
                  <a:pt x="97" y="98"/>
                </a:cubicBezTo>
                <a:cubicBezTo>
                  <a:pt x="101" y="99"/>
                  <a:pt x="104" y="100"/>
                  <a:pt x="107" y="102"/>
                </a:cubicBezTo>
                <a:cubicBezTo>
                  <a:pt x="109" y="103"/>
                  <a:pt x="109" y="103"/>
                  <a:pt x="109" y="103"/>
                </a:cubicBezTo>
                <a:lnTo>
                  <a:pt x="108" y="104"/>
                </a:lnTo>
                <a:close/>
                <a:moveTo>
                  <a:pt x="123" y="68"/>
                </a:moveTo>
                <a:cubicBezTo>
                  <a:pt x="123" y="74"/>
                  <a:pt x="121" y="81"/>
                  <a:pt x="119" y="87"/>
                </a:cubicBezTo>
                <a:cubicBezTo>
                  <a:pt x="117" y="91"/>
                  <a:pt x="115" y="95"/>
                  <a:pt x="113" y="98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1" y="98"/>
                  <a:pt x="111" y="98"/>
                  <a:pt x="111" y="98"/>
                </a:cubicBezTo>
                <a:cubicBezTo>
                  <a:pt x="107" y="97"/>
                  <a:pt x="103" y="95"/>
                  <a:pt x="99" y="94"/>
                </a:cubicBezTo>
                <a:cubicBezTo>
                  <a:pt x="98" y="93"/>
                  <a:pt x="98" y="93"/>
                  <a:pt x="98" y="93"/>
                </a:cubicBezTo>
                <a:cubicBezTo>
                  <a:pt x="98" y="92"/>
                  <a:pt x="98" y="92"/>
                  <a:pt x="98" y="92"/>
                </a:cubicBezTo>
                <a:cubicBezTo>
                  <a:pt x="102" y="84"/>
                  <a:pt x="104" y="76"/>
                  <a:pt x="104" y="68"/>
                </a:cubicBezTo>
                <a:cubicBezTo>
                  <a:pt x="104" y="66"/>
                  <a:pt x="104" y="66"/>
                  <a:pt x="104" y="66"/>
                </a:cubicBezTo>
                <a:cubicBezTo>
                  <a:pt x="123" y="66"/>
                  <a:pt x="123" y="66"/>
                  <a:pt x="123" y="66"/>
                </a:cubicBezTo>
                <a:lnTo>
                  <a:pt x="123" y="68"/>
                </a:lnTo>
                <a:close/>
              </a:path>
            </a:pathLst>
          </a:custGeom>
          <a:solidFill>
            <a:srgbClr val="1F4E7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9DBE3738-D62A-4EA8-97A5-61DF626CFC2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423097" y="1142343"/>
            <a:ext cx="324000" cy="364952"/>
          </a:xfrm>
          <a:custGeom>
            <a:avLst/>
            <a:gdLst>
              <a:gd name="T0" fmla="*/ 114 w 114"/>
              <a:gd name="T1" fmla="*/ 95 h 128"/>
              <a:gd name="T2" fmla="*/ 114 w 114"/>
              <a:gd name="T3" fmla="*/ 34 h 128"/>
              <a:gd name="T4" fmla="*/ 112 w 114"/>
              <a:gd name="T5" fmla="*/ 32 h 128"/>
              <a:gd name="T6" fmla="*/ 58 w 114"/>
              <a:gd name="T7" fmla="*/ 1 h 128"/>
              <a:gd name="T8" fmla="*/ 57 w 114"/>
              <a:gd name="T9" fmla="*/ 0 h 128"/>
              <a:gd name="T10" fmla="*/ 56 w 114"/>
              <a:gd name="T11" fmla="*/ 1 h 128"/>
              <a:gd name="T12" fmla="*/ 1 w 114"/>
              <a:gd name="T13" fmla="*/ 32 h 128"/>
              <a:gd name="T14" fmla="*/ 0 w 114"/>
              <a:gd name="T15" fmla="*/ 34 h 128"/>
              <a:gd name="T16" fmla="*/ 0 w 114"/>
              <a:gd name="T17" fmla="*/ 94 h 128"/>
              <a:gd name="T18" fmla="*/ 0 w 114"/>
              <a:gd name="T19" fmla="*/ 95 h 128"/>
              <a:gd name="T20" fmla="*/ 1 w 114"/>
              <a:gd name="T21" fmla="*/ 97 h 128"/>
              <a:gd name="T22" fmla="*/ 56 w 114"/>
              <a:gd name="T23" fmla="*/ 128 h 128"/>
              <a:gd name="T24" fmla="*/ 58 w 114"/>
              <a:gd name="T25" fmla="*/ 128 h 128"/>
              <a:gd name="T26" fmla="*/ 112 w 114"/>
              <a:gd name="T27" fmla="*/ 97 h 128"/>
              <a:gd name="T28" fmla="*/ 114 w 114"/>
              <a:gd name="T29" fmla="*/ 95 h 128"/>
              <a:gd name="T30" fmla="*/ 55 w 114"/>
              <a:gd name="T31" fmla="*/ 122 h 128"/>
              <a:gd name="T32" fmla="*/ 5 w 114"/>
              <a:gd name="T33" fmla="*/ 93 h 128"/>
              <a:gd name="T34" fmla="*/ 5 w 114"/>
              <a:gd name="T35" fmla="*/ 38 h 128"/>
              <a:gd name="T36" fmla="*/ 55 w 114"/>
              <a:gd name="T37" fmla="*/ 67 h 128"/>
              <a:gd name="T38" fmla="*/ 55 w 114"/>
              <a:gd name="T39" fmla="*/ 122 h 128"/>
              <a:gd name="T40" fmla="*/ 57 w 114"/>
              <a:gd name="T41" fmla="*/ 63 h 128"/>
              <a:gd name="T42" fmla="*/ 7 w 114"/>
              <a:gd name="T43" fmla="*/ 34 h 128"/>
              <a:gd name="T44" fmla="*/ 57 w 114"/>
              <a:gd name="T45" fmla="*/ 5 h 128"/>
              <a:gd name="T46" fmla="*/ 107 w 114"/>
              <a:gd name="T47" fmla="*/ 34 h 128"/>
              <a:gd name="T48" fmla="*/ 57 w 114"/>
              <a:gd name="T49" fmla="*/ 63 h 128"/>
              <a:gd name="T50" fmla="*/ 109 w 114"/>
              <a:gd name="T51" fmla="*/ 93 h 128"/>
              <a:gd name="T52" fmla="*/ 59 w 114"/>
              <a:gd name="T53" fmla="*/ 122 h 128"/>
              <a:gd name="T54" fmla="*/ 59 w 114"/>
              <a:gd name="T55" fmla="*/ 67 h 128"/>
              <a:gd name="T56" fmla="*/ 109 w 114"/>
              <a:gd name="T57" fmla="*/ 38 h 128"/>
              <a:gd name="T58" fmla="*/ 109 w 114"/>
              <a:gd name="T59" fmla="*/ 9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4" h="128">
                <a:moveTo>
                  <a:pt x="114" y="95"/>
                </a:moveTo>
                <a:cubicBezTo>
                  <a:pt x="114" y="34"/>
                  <a:pt x="114" y="34"/>
                  <a:pt x="114" y="34"/>
                </a:cubicBezTo>
                <a:cubicBezTo>
                  <a:pt x="114" y="33"/>
                  <a:pt x="113" y="32"/>
                  <a:pt x="112" y="32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0"/>
                  <a:pt x="57" y="0"/>
                  <a:pt x="57" y="0"/>
                </a:cubicBezTo>
                <a:cubicBezTo>
                  <a:pt x="57" y="0"/>
                  <a:pt x="56" y="0"/>
                  <a:pt x="56" y="1"/>
                </a:cubicBezTo>
                <a:cubicBezTo>
                  <a:pt x="1" y="32"/>
                  <a:pt x="1" y="32"/>
                  <a:pt x="1" y="32"/>
                </a:cubicBezTo>
                <a:cubicBezTo>
                  <a:pt x="1" y="32"/>
                  <a:pt x="0" y="33"/>
                  <a:pt x="0" y="3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4"/>
                  <a:pt x="0" y="95"/>
                  <a:pt x="0" y="95"/>
                </a:cubicBezTo>
                <a:cubicBezTo>
                  <a:pt x="0" y="95"/>
                  <a:pt x="1" y="96"/>
                  <a:pt x="1" y="97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56" y="128"/>
                  <a:pt x="57" y="128"/>
                  <a:pt x="58" y="128"/>
                </a:cubicBezTo>
                <a:cubicBezTo>
                  <a:pt x="112" y="97"/>
                  <a:pt x="112" y="97"/>
                  <a:pt x="112" y="97"/>
                </a:cubicBezTo>
                <a:cubicBezTo>
                  <a:pt x="113" y="96"/>
                  <a:pt x="114" y="95"/>
                  <a:pt x="114" y="95"/>
                </a:cubicBezTo>
                <a:close/>
                <a:moveTo>
                  <a:pt x="55" y="122"/>
                </a:moveTo>
                <a:cubicBezTo>
                  <a:pt x="5" y="93"/>
                  <a:pt x="5" y="93"/>
                  <a:pt x="5" y="93"/>
                </a:cubicBezTo>
                <a:cubicBezTo>
                  <a:pt x="5" y="38"/>
                  <a:pt x="5" y="38"/>
                  <a:pt x="5" y="38"/>
                </a:cubicBezTo>
                <a:cubicBezTo>
                  <a:pt x="55" y="67"/>
                  <a:pt x="55" y="67"/>
                  <a:pt x="55" y="67"/>
                </a:cubicBezTo>
                <a:lnTo>
                  <a:pt x="55" y="122"/>
                </a:lnTo>
                <a:close/>
                <a:moveTo>
                  <a:pt x="57" y="63"/>
                </a:moveTo>
                <a:cubicBezTo>
                  <a:pt x="7" y="34"/>
                  <a:pt x="7" y="34"/>
                  <a:pt x="7" y="34"/>
                </a:cubicBezTo>
                <a:cubicBezTo>
                  <a:pt x="57" y="5"/>
                  <a:pt x="57" y="5"/>
                  <a:pt x="57" y="5"/>
                </a:cubicBezTo>
                <a:cubicBezTo>
                  <a:pt x="107" y="34"/>
                  <a:pt x="107" y="34"/>
                  <a:pt x="107" y="34"/>
                </a:cubicBezTo>
                <a:lnTo>
                  <a:pt x="57" y="63"/>
                </a:lnTo>
                <a:close/>
                <a:moveTo>
                  <a:pt x="109" y="93"/>
                </a:moveTo>
                <a:cubicBezTo>
                  <a:pt x="59" y="122"/>
                  <a:pt x="59" y="122"/>
                  <a:pt x="59" y="122"/>
                </a:cubicBezTo>
                <a:cubicBezTo>
                  <a:pt x="59" y="67"/>
                  <a:pt x="59" y="67"/>
                  <a:pt x="59" y="67"/>
                </a:cubicBezTo>
                <a:cubicBezTo>
                  <a:pt x="109" y="38"/>
                  <a:pt x="109" y="38"/>
                  <a:pt x="109" y="38"/>
                </a:cubicBezTo>
                <a:lnTo>
                  <a:pt x="109" y="93"/>
                </a:lnTo>
                <a:close/>
              </a:path>
            </a:pathLst>
          </a:custGeom>
          <a:solidFill>
            <a:srgbClr val="1F4E7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5" name="标题 1"/>
          <p:cNvSpPr txBox="1"/>
          <p:nvPr userDrawn="1"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rgbClr val="1F4E79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77" name="内容占位符 2"/>
          <p:cNvSpPr>
            <a:spLocks noGrp="1"/>
          </p:cNvSpPr>
          <p:nvPr>
            <p:ph idx="10"/>
          </p:nvPr>
        </p:nvSpPr>
        <p:spPr>
          <a:xfrm>
            <a:off x="208349" y="1527798"/>
            <a:ext cx="2520000" cy="4320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8" name="内容占位符 2"/>
          <p:cNvSpPr>
            <a:spLocks noGrp="1"/>
          </p:cNvSpPr>
          <p:nvPr>
            <p:ph idx="11"/>
          </p:nvPr>
        </p:nvSpPr>
        <p:spPr>
          <a:xfrm>
            <a:off x="6304528" y="1530084"/>
            <a:ext cx="2520000" cy="4320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9" name="内容占位符 2"/>
          <p:cNvSpPr>
            <a:spLocks noGrp="1"/>
          </p:cNvSpPr>
          <p:nvPr>
            <p:ph idx="12"/>
          </p:nvPr>
        </p:nvSpPr>
        <p:spPr>
          <a:xfrm>
            <a:off x="9288616" y="1523932"/>
            <a:ext cx="2520000" cy="4320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68390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Bulle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1" name="图片 70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7" name="组合 1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8" name="组合 1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4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" name="任意多边形: 形状 17"/>
          <p:cNvSpPr/>
          <p:nvPr userDrawn="1"/>
        </p:nvSpPr>
        <p:spPr>
          <a:xfrm>
            <a:off x="0" y="6129336"/>
            <a:ext cx="12192000" cy="728664"/>
          </a:xfrm>
          <a:custGeom>
            <a:avLst/>
            <a:gdLst>
              <a:gd name="connsiteX0" fmla="*/ 0 w 12192000"/>
              <a:gd name="connsiteY0" fmla="*/ 0 h 728661"/>
              <a:gd name="connsiteX1" fmla="*/ 143970 w 12192000"/>
              <a:gd name="connsiteY1" fmla="*/ 21789 h 728661"/>
              <a:gd name="connsiteX2" fmla="*/ 6096000 w 12192000"/>
              <a:gd name="connsiteY2" fmla="*/ 367157 h 728661"/>
              <a:gd name="connsiteX3" fmla="*/ 12048030 w 12192000"/>
              <a:gd name="connsiteY3" fmla="*/ 21789 h 728661"/>
              <a:gd name="connsiteX4" fmla="*/ 12192000 w 12192000"/>
              <a:gd name="connsiteY4" fmla="*/ 0 h 728661"/>
              <a:gd name="connsiteX5" fmla="*/ 12192000 w 12192000"/>
              <a:gd name="connsiteY5" fmla="*/ 728661 h 728661"/>
              <a:gd name="connsiteX6" fmla="*/ 0 w 12192000"/>
              <a:gd name="connsiteY6" fmla="*/ 728661 h 728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28661">
                <a:moveTo>
                  <a:pt x="0" y="0"/>
                </a:moveTo>
                <a:lnTo>
                  <a:pt x="143970" y="21789"/>
                </a:lnTo>
                <a:cubicBezTo>
                  <a:pt x="1614877" y="233957"/>
                  <a:pt x="3736786" y="367157"/>
                  <a:pt x="6096000" y="367157"/>
                </a:cubicBezTo>
                <a:cubicBezTo>
                  <a:pt x="8455214" y="367157"/>
                  <a:pt x="10577123" y="233957"/>
                  <a:pt x="12048030" y="21789"/>
                </a:cubicBezTo>
                <a:lnTo>
                  <a:pt x="12192000" y="0"/>
                </a:lnTo>
                <a:lnTo>
                  <a:pt x="12192000" y="728661"/>
                </a:lnTo>
                <a:lnTo>
                  <a:pt x="0" y="72866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宋体 CN Medium" panose="02020500000000000000" charset="-122"/>
            </a:endParaRPr>
          </a:p>
        </p:txBody>
      </p:sp>
      <p:sp>
        <p:nvSpPr>
          <p:cNvPr id="73" name="标题 1"/>
          <p:cNvSpPr txBox="1"/>
          <p:nvPr userDrawn="1"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rgbClr val="1F4E79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标题 1"/>
          <p:cNvSpPr>
            <a:spLocks noGrp="1"/>
          </p:cNvSpPr>
          <p:nvPr>
            <p:ph type="title"/>
          </p:nvPr>
        </p:nvSpPr>
        <p:spPr>
          <a:xfrm>
            <a:off x="732191" y="141652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6" name="Rectangle: Rounded Corners 82">
            <a:extLst>
              <a:ext uri="{FF2B5EF4-FFF2-40B4-BE49-F238E27FC236}">
                <a16:creationId xmlns:a16="http://schemas.microsoft.com/office/drawing/2014/main" id="{04F17299-F7DE-4113-85F2-58A080CB98E0}"/>
              </a:ext>
            </a:extLst>
          </p:cNvPr>
          <p:cNvSpPr/>
          <p:nvPr userDrawn="1"/>
        </p:nvSpPr>
        <p:spPr>
          <a:xfrm>
            <a:off x="5961243" y="1105279"/>
            <a:ext cx="460362" cy="460361"/>
          </a:xfrm>
          <a:prstGeom prst="roundRect">
            <a:avLst>
              <a:gd name="adj" fmla="val 1382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Graphic 88">
            <a:extLst>
              <a:ext uri="{FF2B5EF4-FFF2-40B4-BE49-F238E27FC236}">
                <a16:creationId xmlns:a16="http://schemas.microsoft.com/office/drawing/2014/main" id="{08A6A2E5-C11B-4423-AA5A-342B277C6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051" y="1213788"/>
            <a:ext cx="240706" cy="240706"/>
          </a:xfrm>
          <a:prstGeom prst="rect">
            <a:avLst/>
          </a:prstGeom>
        </p:spPr>
      </p:pic>
      <p:sp>
        <p:nvSpPr>
          <p:cNvPr id="77" name="Rectangle: Rounded Corners 82">
            <a:extLst>
              <a:ext uri="{FF2B5EF4-FFF2-40B4-BE49-F238E27FC236}">
                <a16:creationId xmlns:a16="http://schemas.microsoft.com/office/drawing/2014/main" id="{04F17299-F7DE-4113-85F2-58A080CB98E0}"/>
              </a:ext>
            </a:extLst>
          </p:cNvPr>
          <p:cNvSpPr/>
          <p:nvPr userDrawn="1"/>
        </p:nvSpPr>
        <p:spPr>
          <a:xfrm>
            <a:off x="11723687" y="1137908"/>
            <a:ext cx="460362" cy="460361"/>
          </a:xfrm>
          <a:prstGeom prst="roundRect">
            <a:avLst>
              <a:gd name="adj" fmla="val 1382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Graphic 88">
            <a:extLst>
              <a:ext uri="{FF2B5EF4-FFF2-40B4-BE49-F238E27FC236}">
                <a16:creationId xmlns:a16="http://schemas.microsoft.com/office/drawing/2014/main" id="{08A6A2E5-C11B-4423-AA5A-342B277C6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6354" y="1246882"/>
            <a:ext cx="240706" cy="240706"/>
          </a:xfrm>
          <a:prstGeom prst="rect">
            <a:avLst/>
          </a:prstGeom>
        </p:spPr>
      </p:pic>
      <p:sp>
        <p:nvSpPr>
          <p:cNvPr id="79" name="Rectangle: Rounded Corners 82">
            <a:extLst>
              <a:ext uri="{FF2B5EF4-FFF2-40B4-BE49-F238E27FC236}">
                <a16:creationId xmlns:a16="http://schemas.microsoft.com/office/drawing/2014/main" id="{04F17299-F7DE-4113-85F2-58A080CB98E0}"/>
              </a:ext>
            </a:extLst>
          </p:cNvPr>
          <p:cNvSpPr/>
          <p:nvPr userDrawn="1"/>
        </p:nvSpPr>
        <p:spPr>
          <a:xfrm>
            <a:off x="5972143" y="3616292"/>
            <a:ext cx="460362" cy="460361"/>
          </a:xfrm>
          <a:prstGeom prst="roundRect">
            <a:avLst>
              <a:gd name="adj" fmla="val 1382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Graphic 88">
            <a:extLst>
              <a:ext uri="{FF2B5EF4-FFF2-40B4-BE49-F238E27FC236}">
                <a16:creationId xmlns:a16="http://schemas.microsoft.com/office/drawing/2014/main" id="{08A6A2E5-C11B-4423-AA5A-342B277C6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4810" y="3725266"/>
            <a:ext cx="240706" cy="240706"/>
          </a:xfrm>
          <a:prstGeom prst="rect">
            <a:avLst/>
          </a:prstGeom>
        </p:spPr>
      </p:pic>
      <p:sp>
        <p:nvSpPr>
          <p:cNvPr id="81" name="Rectangle: Rounded Corners 82">
            <a:extLst>
              <a:ext uri="{FF2B5EF4-FFF2-40B4-BE49-F238E27FC236}">
                <a16:creationId xmlns:a16="http://schemas.microsoft.com/office/drawing/2014/main" id="{04F17299-F7DE-4113-85F2-58A080CB98E0}"/>
              </a:ext>
            </a:extLst>
          </p:cNvPr>
          <p:cNvSpPr/>
          <p:nvPr userDrawn="1"/>
        </p:nvSpPr>
        <p:spPr>
          <a:xfrm>
            <a:off x="5961243" y="1106315"/>
            <a:ext cx="460362" cy="460361"/>
          </a:xfrm>
          <a:prstGeom prst="roundRect">
            <a:avLst>
              <a:gd name="adj" fmla="val 1382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Graphic 88">
            <a:extLst>
              <a:ext uri="{FF2B5EF4-FFF2-40B4-BE49-F238E27FC236}">
                <a16:creationId xmlns:a16="http://schemas.microsoft.com/office/drawing/2014/main" id="{08A6A2E5-C11B-4423-AA5A-342B277C6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3910" y="1215289"/>
            <a:ext cx="240706" cy="240706"/>
          </a:xfrm>
          <a:prstGeom prst="rect">
            <a:avLst/>
          </a:prstGeom>
        </p:spPr>
      </p:pic>
      <p:sp>
        <p:nvSpPr>
          <p:cNvPr id="83" name="内容占位符 2"/>
          <p:cNvSpPr>
            <a:spLocks noGrp="1"/>
          </p:cNvSpPr>
          <p:nvPr>
            <p:ph idx="16"/>
          </p:nvPr>
        </p:nvSpPr>
        <p:spPr>
          <a:xfrm>
            <a:off x="973604" y="1368089"/>
            <a:ext cx="5194800" cy="2232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</a:t>
            </a:r>
            <a:r>
              <a:rPr lang="zh-CN" altLang="en-US" dirty="0"/>
              <a:t>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4" name="内容占位符 2"/>
          <p:cNvSpPr>
            <a:spLocks noGrp="1"/>
          </p:cNvSpPr>
          <p:nvPr>
            <p:ph idx="17"/>
          </p:nvPr>
        </p:nvSpPr>
        <p:spPr>
          <a:xfrm>
            <a:off x="6759068" y="3900710"/>
            <a:ext cx="5194800" cy="2232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</a:t>
            </a:r>
            <a:r>
              <a:rPr lang="zh-CN" altLang="en-US" dirty="0"/>
              <a:t>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5" name="内容占位符 2"/>
          <p:cNvSpPr>
            <a:spLocks noGrp="1"/>
          </p:cNvSpPr>
          <p:nvPr>
            <p:ph idx="18"/>
          </p:nvPr>
        </p:nvSpPr>
        <p:spPr>
          <a:xfrm>
            <a:off x="6759068" y="1393371"/>
            <a:ext cx="5194800" cy="2232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</a:t>
            </a:r>
            <a:r>
              <a:rPr lang="zh-CN" altLang="en-US" dirty="0"/>
              <a:t>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6" name="内容占位符 2"/>
          <p:cNvSpPr>
            <a:spLocks noGrp="1"/>
          </p:cNvSpPr>
          <p:nvPr>
            <p:ph idx="19"/>
          </p:nvPr>
        </p:nvSpPr>
        <p:spPr>
          <a:xfrm>
            <a:off x="973604" y="3908301"/>
            <a:ext cx="5194800" cy="2232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</a:t>
            </a:r>
            <a:r>
              <a:rPr lang="zh-CN" altLang="en-US" dirty="0"/>
              <a:t>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7" name="Rectangle: Rounded Corners 82">
            <a:extLst>
              <a:ext uri="{FF2B5EF4-FFF2-40B4-BE49-F238E27FC236}">
                <a16:creationId xmlns:a16="http://schemas.microsoft.com/office/drawing/2014/main" id="{04F17299-F7DE-4113-85F2-58A080CB98E0}"/>
              </a:ext>
            </a:extLst>
          </p:cNvPr>
          <p:cNvSpPr/>
          <p:nvPr userDrawn="1"/>
        </p:nvSpPr>
        <p:spPr>
          <a:xfrm>
            <a:off x="11723687" y="3678120"/>
            <a:ext cx="460362" cy="460361"/>
          </a:xfrm>
          <a:prstGeom prst="roundRect">
            <a:avLst>
              <a:gd name="adj" fmla="val 1382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88">
            <a:extLst>
              <a:ext uri="{FF2B5EF4-FFF2-40B4-BE49-F238E27FC236}">
                <a16:creationId xmlns:a16="http://schemas.microsoft.com/office/drawing/2014/main" id="{08A6A2E5-C11B-4423-AA5A-342B277C6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6354" y="3787094"/>
            <a:ext cx="240706" cy="24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4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57" name="图片 56" descr="背景图案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" b="346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内容占位符 2"/>
          <p:cNvSpPr>
            <a:spLocks noGrp="1"/>
          </p:cNvSpPr>
          <p:nvPr>
            <p:ph idx="13"/>
          </p:nvPr>
        </p:nvSpPr>
        <p:spPr>
          <a:xfrm>
            <a:off x="6995904" y="1730769"/>
            <a:ext cx="5196096" cy="152729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0" lvl="0" indent="0">
              <a:lnSpc>
                <a:spcPct val="125000"/>
              </a:lnSpc>
              <a:buNone/>
            </a:pPr>
            <a:r>
              <a:rPr lang="zh-CN" altLang="en-US" dirty="0"/>
              <a:t>编辑母版文本样式</a:t>
            </a:r>
          </a:p>
          <a:p>
            <a:pPr marL="457200" lvl="1" indent="0">
              <a:lnSpc>
                <a:spcPct val="125000"/>
              </a:lnSpc>
              <a:buNone/>
            </a:pPr>
            <a:r>
              <a:rPr lang="zh-CN" altLang="en-US" dirty="0"/>
              <a:t>第二级</a:t>
            </a:r>
          </a:p>
          <a:p>
            <a:pPr marL="914400" lvl="2" indent="0">
              <a:lnSpc>
                <a:spcPct val="125000"/>
              </a:lnSpc>
              <a:buNone/>
            </a:pPr>
            <a:r>
              <a:rPr lang="zh-CN" altLang="en-US" dirty="0"/>
              <a:t>第三级</a:t>
            </a:r>
          </a:p>
          <a:p>
            <a:pPr marL="1371600" lvl="3" indent="0">
              <a:lnSpc>
                <a:spcPct val="125000"/>
              </a:lnSpc>
              <a:buNone/>
            </a:pPr>
            <a:r>
              <a:rPr lang="zh-CN" altLang="en-US" dirty="0"/>
              <a:t>第四级</a:t>
            </a:r>
          </a:p>
          <a:p>
            <a:pPr marL="1828800" lvl="4" indent="0">
              <a:lnSpc>
                <a:spcPct val="125000"/>
              </a:lnSpc>
              <a:buNone/>
            </a:pPr>
            <a:r>
              <a:rPr lang="zh-CN" altLang="en-US" dirty="0"/>
              <a:t>第五级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8" name="组合 1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4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1622674" y="3957840"/>
            <a:ext cx="5200895" cy="1563608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8" name="内容占位符 2"/>
          <p:cNvSpPr>
            <a:spLocks noGrp="1"/>
          </p:cNvSpPr>
          <p:nvPr>
            <p:ph idx="14"/>
          </p:nvPr>
        </p:nvSpPr>
        <p:spPr>
          <a:xfrm>
            <a:off x="1622674" y="1730770"/>
            <a:ext cx="5203343" cy="1527293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7" name="标题 1"/>
          <p:cNvSpPr txBox="1"/>
          <p:nvPr userDrawn="1"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rgbClr val="1F4E79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标题 1"/>
          <p:cNvSpPr>
            <a:spLocks noGrp="1"/>
          </p:cNvSpPr>
          <p:nvPr>
            <p:ph type="title"/>
          </p:nvPr>
        </p:nvSpPr>
        <p:spPr>
          <a:xfrm>
            <a:off x="732191" y="141652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80" name="Picture Placeholder 67">
            <a:extLst>
              <a:ext uri="{FF2B5EF4-FFF2-40B4-BE49-F238E27FC236}">
                <a16:creationId xmlns:a16="http://schemas.microsoft.com/office/drawing/2014/main" id="{FFF0D0A0-C5DB-D29B-6990-016DEB7BA4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9" r="25799"/>
          <a:stretch/>
        </p:blipFill>
        <p:spPr>
          <a:xfrm>
            <a:off x="0" y="1553694"/>
            <a:ext cx="1610696" cy="4441695"/>
          </a:xfrm>
          <a:prstGeom prst="rect">
            <a:avLst/>
          </a:prstGeom>
          <a:gradFill>
            <a:gsLst>
              <a:gs pos="10000">
                <a:schemeClr val="accent3">
                  <a:lumMod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81" name="Rectangle 2">
            <a:extLst>
              <a:ext uri="{FF2B5EF4-FFF2-40B4-BE49-F238E27FC236}">
                <a16:creationId xmlns:a16="http://schemas.microsoft.com/office/drawing/2014/main" id="{838D9C7A-A552-D474-BDC0-0EE9654B6197}"/>
              </a:ext>
            </a:extLst>
          </p:cNvPr>
          <p:cNvSpPr/>
          <p:nvPr userDrawn="1"/>
        </p:nvSpPr>
        <p:spPr>
          <a:xfrm>
            <a:off x="0" y="1553694"/>
            <a:ext cx="1610696" cy="444169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内容占位符 2"/>
          <p:cNvSpPr>
            <a:spLocks noGrp="1"/>
          </p:cNvSpPr>
          <p:nvPr>
            <p:ph idx="15"/>
          </p:nvPr>
        </p:nvSpPr>
        <p:spPr>
          <a:xfrm>
            <a:off x="6991105" y="3957840"/>
            <a:ext cx="5200895" cy="1563608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84555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LeftText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4" name="组合 1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0" name="内容占位符 2"/>
          <p:cNvSpPr>
            <a:spLocks noGrp="1"/>
          </p:cNvSpPr>
          <p:nvPr>
            <p:ph idx="1"/>
          </p:nvPr>
        </p:nvSpPr>
        <p:spPr>
          <a:xfrm>
            <a:off x="6096000" y="1268525"/>
            <a:ext cx="4545307" cy="4582328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1D956BB8-7B2E-48A7-B805-A8716C507A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278" y="1219924"/>
            <a:ext cx="4826011" cy="5062710"/>
          </a:xfrm>
          <a:custGeom>
            <a:avLst/>
            <a:gdLst>
              <a:gd name="connsiteX0" fmla="*/ 2206202 w 4410868"/>
              <a:gd name="connsiteY0" fmla="*/ 604271 h 4936922"/>
              <a:gd name="connsiteX1" fmla="*/ 2308192 w 4410868"/>
              <a:gd name="connsiteY1" fmla="*/ 631877 h 4936922"/>
              <a:gd name="connsiteX2" fmla="*/ 3745252 w 4410868"/>
              <a:gd name="connsiteY2" fmla="*/ 1461600 h 4936922"/>
              <a:gd name="connsiteX3" fmla="*/ 3846475 w 4410868"/>
              <a:gd name="connsiteY3" fmla="*/ 1637972 h 4936922"/>
              <a:gd name="connsiteX4" fmla="*/ 3846475 w 4410868"/>
              <a:gd name="connsiteY4" fmla="*/ 3297416 h 4936922"/>
              <a:gd name="connsiteX5" fmla="*/ 3745252 w 4410868"/>
              <a:gd name="connsiteY5" fmla="*/ 3473790 h 4936922"/>
              <a:gd name="connsiteX6" fmla="*/ 2308192 w 4410868"/>
              <a:gd name="connsiteY6" fmla="*/ 4305045 h 4936922"/>
              <a:gd name="connsiteX7" fmla="*/ 2104211 w 4410868"/>
              <a:gd name="connsiteY7" fmla="*/ 4305045 h 4936922"/>
              <a:gd name="connsiteX8" fmla="*/ 667153 w 4410868"/>
              <a:gd name="connsiteY8" fmla="*/ 3475323 h 4936922"/>
              <a:gd name="connsiteX9" fmla="*/ 565930 w 4410868"/>
              <a:gd name="connsiteY9" fmla="*/ 3298950 h 4936922"/>
              <a:gd name="connsiteX10" fmla="*/ 565930 w 4410868"/>
              <a:gd name="connsiteY10" fmla="*/ 1637972 h 4936922"/>
              <a:gd name="connsiteX11" fmla="*/ 667153 w 4410868"/>
              <a:gd name="connsiteY11" fmla="*/ 1461600 h 4936922"/>
              <a:gd name="connsiteX12" fmla="*/ 2104211 w 4410868"/>
              <a:gd name="connsiteY12" fmla="*/ 631877 h 4936922"/>
              <a:gd name="connsiteX13" fmla="*/ 2206202 w 4410868"/>
              <a:gd name="connsiteY13" fmla="*/ 604271 h 4936922"/>
              <a:gd name="connsiteX14" fmla="*/ 2206202 w 4410868"/>
              <a:gd name="connsiteY14" fmla="*/ 218549 h 4936922"/>
              <a:gd name="connsiteX15" fmla="*/ 2058201 w 4410868"/>
              <a:gd name="connsiteY15" fmla="*/ 257659 h 4936922"/>
              <a:gd name="connsiteX16" fmla="*/ 365017 w 4410868"/>
              <a:gd name="connsiteY16" fmla="*/ 1234613 h 4936922"/>
              <a:gd name="connsiteX17" fmla="*/ 217783 w 4410868"/>
              <a:gd name="connsiteY17" fmla="*/ 1490739 h 4936922"/>
              <a:gd name="connsiteX18" fmla="*/ 217783 w 4410868"/>
              <a:gd name="connsiteY18" fmla="*/ 3446182 h 4936922"/>
              <a:gd name="connsiteX19" fmla="*/ 365017 w 4410868"/>
              <a:gd name="connsiteY19" fmla="*/ 3702308 h 4936922"/>
              <a:gd name="connsiteX20" fmla="*/ 2058201 w 4410868"/>
              <a:gd name="connsiteY20" fmla="*/ 4679262 h 4936922"/>
              <a:gd name="connsiteX21" fmla="*/ 2354202 w 4410868"/>
              <a:gd name="connsiteY21" fmla="*/ 4679262 h 4936922"/>
              <a:gd name="connsiteX22" fmla="*/ 4047386 w 4410868"/>
              <a:gd name="connsiteY22" fmla="*/ 3702308 h 4936922"/>
              <a:gd name="connsiteX23" fmla="*/ 4196153 w 4410868"/>
              <a:gd name="connsiteY23" fmla="*/ 3446182 h 4936922"/>
              <a:gd name="connsiteX24" fmla="*/ 4196153 w 4410868"/>
              <a:gd name="connsiteY24" fmla="*/ 1490739 h 4936922"/>
              <a:gd name="connsiteX25" fmla="*/ 4048919 w 4410868"/>
              <a:gd name="connsiteY25" fmla="*/ 1234613 h 4936922"/>
              <a:gd name="connsiteX26" fmla="*/ 2354202 w 4410868"/>
              <a:gd name="connsiteY26" fmla="*/ 257659 h 4936922"/>
              <a:gd name="connsiteX27" fmla="*/ 2206202 w 4410868"/>
              <a:gd name="connsiteY27" fmla="*/ 218549 h 4936922"/>
              <a:gd name="connsiteX28" fmla="*/ 2205434 w 4410868"/>
              <a:gd name="connsiteY28" fmla="*/ 0 h 4936922"/>
              <a:gd name="connsiteX29" fmla="*/ 2461560 w 4410868"/>
              <a:gd name="connsiteY29" fmla="*/ 69017 h 4936922"/>
              <a:gd name="connsiteX30" fmla="*/ 4154745 w 4410868"/>
              <a:gd name="connsiteY30" fmla="*/ 1045971 h 4936922"/>
              <a:gd name="connsiteX31" fmla="*/ 4410868 w 4410868"/>
              <a:gd name="connsiteY31" fmla="*/ 1490739 h 4936922"/>
              <a:gd name="connsiteX32" fmla="*/ 4410868 w 4410868"/>
              <a:gd name="connsiteY32" fmla="*/ 3446184 h 4936922"/>
              <a:gd name="connsiteX33" fmla="*/ 4154745 w 4410868"/>
              <a:gd name="connsiteY33" fmla="*/ 3890951 h 4936922"/>
              <a:gd name="connsiteX34" fmla="*/ 2461560 w 4410868"/>
              <a:gd name="connsiteY34" fmla="*/ 4867906 h 4936922"/>
              <a:gd name="connsiteX35" fmla="*/ 2206969 w 4410868"/>
              <a:gd name="connsiteY35" fmla="*/ 4936922 h 4936922"/>
              <a:gd name="connsiteX36" fmla="*/ 1950843 w 4410868"/>
              <a:gd name="connsiteY36" fmla="*/ 4867906 h 4936922"/>
              <a:gd name="connsiteX37" fmla="*/ 256126 w 4410868"/>
              <a:gd name="connsiteY37" fmla="*/ 3890951 h 4936922"/>
              <a:gd name="connsiteX38" fmla="*/ 0 w 4410868"/>
              <a:gd name="connsiteY38" fmla="*/ 3446184 h 4936922"/>
              <a:gd name="connsiteX39" fmla="*/ 0 w 4410868"/>
              <a:gd name="connsiteY39" fmla="*/ 1490739 h 4936922"/>
              <a:gd name="connsiteX40" fmla="*/ 256126 w 4410868"/>
              <a:gd name="connsiteY40" fmla="*/ 1045971 h 4936922"/>
              <a:gd name="connsiteX41" fmla="*/ 1949310 w 4410868"/>
              <a:gd name="connsiteY41" fmla="*/ 69017 h 4936922"/>
              <a:gd name="connsiteX42" fmla="*/ 2205434 w 4410868"/>
              <a:gd name="connsiteY42" fmla="*/ 0 h 4936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410868" h="4936922">
                <a:moveTo>
                  <a:pt x="2206202" y="604271"/>
                </a:moveTo>
                <a:cubicBezTo>
                  <a:pt x="2241476" y="604271"/>
                  <a:pt x="2276750" y="613473"/>
                  <a:pt x="2308192" y="631877"/>
                </a:cubicBezTo>
                <a:lnTo>
                  <a:pt x="3745252" y="1461600"/>
                </a:lnTo>
                <a:cubicBezTo>
                  <a:pt x="3808132" y="1498408"/>
                  <a:pt x="3846475" y="1565890"/>
                  <a:pt x="3846475" y="1637972"/>
                </a:cubicBezTo>
                <a:lnTo>
                  <a:pt x="3846475" y="3297416"/>
                </a:lnTo>
                <a:cubicBezTo>
                  <a:pt x="3846475" y="3369499"/>
                  <a:pt x="3808132" y="3436981"/>
                  <a:pt x="3745252" y="3473790"/>
                </a:cubicBezTo>
                <a:lnTo>
                  <a:pt x="2308192" y="4305045"/>
                </a:lnTo>
                <a:cubicBezTo>
                  <a:pt x="2245310" y="4341854"/>
                  <a:pt x="2167093" y="4341854"/>
                  <a:pt x="2104211" y="4305045"/>
                </a:cubicBezTo>
                <a:lnTo>
                  <a:pt x="667153" y="3475323"/>
                </a:lnTo>
                <a:cubicBezTo>
                  <a:pt x="604272" y="3438514"/>
                  <a:pt x="565930" y="3371032"/>
                  <a:pt x="565930" y="3298950"/>
                </a:cubicBezTo>
                <a:lnTo>
                  <a:pt x="565930" y="1637972"/>
                </a:lnTo>
                <a:cubicBezTo>
                  <a:pt x="565930" y="1565890"/>
                  <a:pt x="604272" y="1498408"/>
                  <a:pt x="667153" y="1461600"/>
                </a:cubicBezTo>
                <a:lnTo>
                  <a:pt x="2104211" y="631877"/>
                </a:lnTo>
                <a:cubicBezTo>
                  <a:pt x="2135653" y="613473"/>
                  <a:pt x="2170927" y="604271"/>
                  <a:pt x="2206202" y="604271"/>
                </a:cubicBezTo>
                <a:close/>
                <a:moveTo>
                  <a:pt x="2206202" y="218549"/>
                </a:moveTo>
                <a:cubicBezTo>
                  <a:pt x="2155207" y="218549"/>
                  <a:pt x="2104211" y="231585"/>
                  <a:pt x="2058201" y="257659"/>
                </a:cubicBezTo>
                <a:lnTo>
                  <a:pt x="365017" y="1234613"/>
                </a:lnTo>
                <a:cubicBezTo>
                  <a:pt x="272995" y="1286758"/>
                  <a:pt x="217783" y="1384914"/>
                  <a:pt x="217783" y="1490739"/>
                </a:cubicBezTo>
                <a:lnTo>
                  <a:pt x="217783" y="3446182"/>
                </a:lnTo>
                <a:cubicBezTo>
                  <a:pt x="217783" y="3552007"/>
                  <a:pt x="274530" y="3650162"/>
                  <a:pt x="365017" y="3702308"/>
                </a:cubicBezTo>
                <a:lnTo>
                  <a:pt x="2058201" y="4679262"/>
                </a:lnTo>
                <a:cubicBezTo>
                  <a:pt x="2150222" y="4731407"/>
                  <a:pt x="2262181" y="4731407"/>
                  <a:pt x="2354202" y="4679262"/>
                </a:cubicBezTo>
                <a:lnTo>
                  <a:pt x="4047386" y="3702308"/>
                </a:lnTo>
                <a:cubicBezTo>
                  <a:pt x="4139408" y="3650162"/>
                  <a:pt x="4196153" y="3552007"/>
                  <a:pt x="4196153" y="3446182"/>
                </a:cubicBezTo>
                <a:lnTo>
                  <a:pt x="4196153" y="1490739"/>
                </a:lnTo>
                <a:cubicBezTo>
                  <a:pt x="4196153" y="1384914"/>
                  <a:pt x="4139408" y="1286758"/>
                  <a:pt x="4048919" y="1234613"/>
                </a:cubicBezTo>
                <a:lnTo>
                  <a:pt x="2354202" y="257659"/>
                </a:lnTo>
                <a:cubicBezTo>
                  <a:pt x="2308192" y="231585"/>
                  <a:pt x="2257196" y="218549"/>
                  <a:pt x="2206202" y="218549"/>
                </a:cubicBezTo>
                <a:close/>
                <a:moveTo>
                  <a:pt x="2205434" y="0"/>
                </a:moveTo>
                <a:cubicBezTo>
                  <a:pt x="2295922" y="0"/>
                  <a:pt x="2383341" y="24539"/>
                  <a:pt x="2461560" y="69017"/>
                </a:cubicBezTo>
                <a:lnTo>
                  <a:pt x="4154745" y="1045971"/>
                </a:lnTo>
                <a:cubicBezTo>
                  <a:pt x="4312713" y="1137992"/>
                  <a:pt x="4410868" y="1308231"/>
                  <a:pt x="4410868" y="1490739"/>
                </a:cubicBezTo>
                <a:lnTo>
                  <a:pt x="4410868" y="3446184"/>
                </a:lnTo>
                <a:cubicBezTo>
                  <a:pt x="4410868" y="3628691"/>
                  <a:pt x="4312713" y="3798930"/>
                  <a:pt x="4154745" y="3890951"/>
                </a:cubicBezTo>
                <a:lnTo>
                  <a:pt x="2461560" y="4867906"/>
                </a:lnTo>
                <a:cubicBezTo>
                  <a:pt x="2384876" y="4913916"/>
                  <a:pt x="2295922" y="4936922"/>
                  <a:pt x="2206969" y="4936922"/>
                </a:cubicBezTo>
                <a:cubicBezTo>
                  <a:pt x="2116481" y="4936922"/>
                  <a:pt x="2029062" y="4913916"/>
                  <a:pt x="1950843" y="4867906"/>
                </a:cubicBezTo>
                <a:lnTo>
                  <a:pt x="256126" y="3890951"/>
                </a:lnTo>
                <a:cubicBezTo>
                  <a:pt x="98156" y="3798930"/>
                  <a:pt x="0" y="3628691"/>
                  <a:pt x="0" y="3446184"/>
                </a:cubicBezTo>
                <a:lnTo>
                  <a:pt x="0" y="1490739"/>
                </a:lnTo>
                <a:cubicBezTo>
                  <a:pt x="0" y="1308231"/>
                  <a:pt x="98156" y="1137992"/>
                  <a:pt x="256126" y="1045971"/>
                </a:cubicBezTo>
                <a:lnTo>
                  <a:pt x="1949310" y="69017"/>
                </a:lnTo>
                <a:cubicBezTo>
                  <a:pt x="2027527" y="24539"/>
                  <a:pt x="2116481" y="0"/>
                  <a:pt x="2205434" y="0"/>
                </a:cubicBez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2" name="标题 1"/>
          <p:cNvSpPr txBox="1"/>
          <p:nvPr userDrawn="1"/>
        </p:nvSpPr>
        <p:spPr>
          <a:xfrm>
            <a:off x="169743" y="-1"/>
            <a:ext cx="603407" cy="965451"/>
          </a:xfrm>
          <a:prstGeom prst="parallelogram">
            <a:avLst>
              <a:gd name="adj" fmla="val 73502"/>
            </a:avLst>
          </a:prstGeom>
          <a:solidFill>
            <a:srgbClr val="1F4E79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xfrm>
            <a:off x="732191" y="141652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550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-9524" y="122428"/>
            <a:ext cx="559928" cy="699303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587288" y="77856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6" name="内容占位符 35"/>
          <p:cNvSpPr>
            <a:spLocks noGrp="1"/>
          </p:cNvSpPr>
          <p:nvPr>
            <p:ph sz="quarter" idx="13"/>
          </p:nvPr>
        </p:nvSpPr>
        <p:spPr>
          <a:xfrm>
            <a:off x="1687513" y="1622425"/>
            <a:ext cx="9145244" cy="416877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14945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0" y="140532"/>
            <a:ext cx="559928" cy="699303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36" name="内容占位符 2"/>
          <p:cNvSpPr>
            <a:spLocks noGrp="1"/>
          </p:cNvSpPr>
          <p:nvPr>
            <p:ph idx="1"/>
          </p:nvPr>
        </p:nvSpPr>
        <p:spPr>
          <a:xfrm>
            <a:off x="3330146" y="981220"/>
            <a:ext cx="8023654" cy="5323863"/>
          </a:xfrm>
        </p:spPr>
        <p:txBody>
          <a:bodyPr>
            <a:normAutofit/>
          </a:bodyPr>
          <a:lstStyle>
            <a:lvl1pPr marL="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587288" y="77856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29540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8">
            <a:extLst>
              <a:ext uri="{FF2B5EF4-FFF2-40B4-BE49-F238E27FC236}">
                <a16:creationId xmlns:a16="http://schemas.microsoft.com/office/drawing/2014/main" id="{769A3228-AC66-7362-353A-6ED0FD247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0" y="140532"/>
            <a:ext cx="559928" cy="699303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36" name="内容占位符 2"/>
          <p:cNvSpPr>
            <a:spLocks noGrp="1"/>
          </p:cNvSpPr>
          <p:nvPr>
            <p:ph idx="1"/>
          </p:nvPr>
        </p:nvSpPr>
        <p:spPr>
          <a:xfrm>
            <a:off x="941494" y="966580"/>
            <a:ext cx="5236884" cy="5323863"/>
          </a:xfrm>
        </p:spPr>
        <p:txBody>
          <a:bodyPr>
            <a:normAutofit/>
          </a:bodyPr>
          <a:lstStyle>
            <a:lvl1pPr marL="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587288" y="77856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8216A56-D4EE-A767-6DBF-203DADDB351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54179" y="969378"/>
            <a:ext cx="5392101" cy="5323863"/>
          </a:xfrm>
        </p:spPr>
        <p:txBody>
          <a:bodyPr>
            <a:normAutofit/>
          </a:bodyPr>
          <a:lstStyle>
            <a:lvl1pPr marL="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l">
              <a:lnSpc>
                <a:spcPct val="1250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14118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sp>
        <p:nvSpPr>
          <p:cNvPr id="8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0882" y="218795"/>
            <a:ext cx="1819275" cy="509219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11" name="组合 1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" name="组合 1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标题 1"/>
          <p:cNvSpPr>
            <a:spLocks noGrp="1"/>
          </p:cNvSpPr>
          <p:nvPr>
            <p:ph type="title"/>
          </p:nvPr>
        </p:nvSpPr>
        <p:spPr>
          <a:xfrm>
            <a:off x="1076180" y="255188"/>
            <a:ext cx="6847679" cy="481973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7" name="内容占位符 2"/>
          <p:cNvSpPr>
            <a:spLocks noGrp="1"/>
          </p:cNvSpPr>
          <p:nvPr>
            <p:ph idx="1"/>
          </p:nvPr>
        </p:nvSpPr>
        <p:spPr>
          <a:xfrm>
            <a:off x="2495233" y="1252151"/>
            <a:ext cx="7143037" cy="474656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1791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02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8135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450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4599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8517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73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3913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8643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4361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7406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AFD59-1914-453B-AE61-B390B2545C2B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590F6-63B0-44AF-8B41-2174E259B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25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49" r:id="rId21"/>
    <p:sldLayoutId id="2147483650" r:id="rId22"/>
    <p:sldLayoutId id="2147483651" r:id="rId23"/>
    <p:sldLayoutId id="2147483652" r:id="rId24"/>
    <p:sldLayoutId id="2147483653" r:id="rId25"/>
    <p:sldLayoutId id="2147483654" r:id="rId26"/>
    <p:sldLayoutId id="2147483655" r:id="rId27"/>
    <p:sldLayoutId id="2147483656" r:id="rId28"/>
    <p:sldLayoutId id="2147483657" r:id="rId29"/>
    <p:sldLayoutId id="2147483658" r:id="rId30"/>
    <p:sldLayoutId id="214748365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等线</vt:lpstr>
      <vt:lpstr>等线 Light</vt:lpstr>
      <vt:lpstr>思源宋体 CN Medium</vt:lpstr>
      <vt:lpstr>微软雅黑</vt:lpstr>
      <vt:lpstr>Arial</vt:lpstr>
      <vt:lpstr>Office 主题​​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PC</cp:lastModifiedBy>
  <cp:revision>13</cp:revision>
  <dcterms:created xsi:type="dcterms:W3CDTF">2025-08-14T07:47:31Z</dcterms:created>
  <dcterms:modified xsi:type="dcterms:W3CDTF">2025-08-14T09:09:02Z</dcterms:modified>
</cp:coreProperties>
</file>