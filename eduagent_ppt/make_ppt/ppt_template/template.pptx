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6F3D"/>
    <a:srgbClr val="A13F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88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0761A886-F0D7-4C39-AFFF-052DB74E32F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61E30CDC-6882-4EF4-A98A-D29C1686BFE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任意多边形: 形状 74">
            <a:extLst>
              <a:ext uri="{FF2B5EF4-FFF2-40B4-BE49-F238E27FC236}">
                <a16:creationId xmlns:a16="http://schemas.microsoft.com/office/drawing/2014/main" id="{4CEDE2BC-7BF6-4AE3-8B04-4514441E4040}"/>
              </a:ext>
            </a:extLst>
          </p:cNvPr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rgbClr val="056F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56F3D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2104863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◁ BIT </a:t>
            </a: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▷</a:t>
            </a:r>
            <a:endParaRPr kumimoji="0" lang="zh-CN" altLang="en-US" sz="2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671368" y="6061309"/>
            <a:ext cx="2479573" cy="304965"/>
            <a:chOff x="671368" y="6061309"/>
            <a:chExt cx="2479573" cy="304965"/>
          </a:xfrm>
        </p:grpSpPr>
        <p:grpSp>
          <p:nvGrpSpPr>
            <p:cNvPr id="74" name="组合 7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8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6611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9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9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8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8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8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8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39" name="标题 1"/>
          <p:cNvSpPr>
            <a:spLocks noGrp="1"/>
          </p:cNvSpPr>
          <p:nvPr>
            <p:ph type="title"/>
          </p:nvPr>
        </p:nvSpPr>
        <p:spPr>
          <a:xfrm>
            <a:off x="1052791" y="2526396"/>
            <a:ext cx="4950274" cy="1253318"/>
          </a:xfrm>
        </p:spPr>
        <p:txBody>
          <a:bodyPr anchor="b"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36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6349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1927475" y="3598781"/>
            <a:ext cx="2249110" cy="1253318"/>
          </a:xfrm>
        </p:spPr>
        <p:txBody>
          <a:bodyPr anchor="b"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2000" b="1" kern="1200" dirty="0">
                <a:solidFill>
                  <a:srgbClr val="056F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6" name="内容占位符 2"/>
          <p:cNvSpPr>
            <a:spLocks noGrp="1"/>
          </p:cNvSpPr>
          <p:nvPr>
            <p:ph idx="1"/>
          </p:nvPr>
        </p:nvSpPr>
        <p:spPr>
          <a:xfrm>
            <a:off x="5024353" y="2776150"/>
            <a:ext cx="7093506" cy="3517557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Bef>
                <a:spcPts val="0"/>
              </a:spcBef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Bef>
                <a:spcPts val="0"/>
              </a:spcBef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Bef>
                <a:spcPts val="0"/>
              </a:spcBef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Bef>
                <a:spcPts val="0"/>
              </a:spcBef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83778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BCF8FA-A10E-4A84-94FB-9EE190AFE929}"/>
              </a:ext>
            </a:extLst>
          </p:cNvPr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4745824" y="2766155"/>
            <a:ext cx="6607976" cy="1762898"/>
          </a:xfrm>
        </p:spPr>
        <p:txBody>
          <a:bodyPr anchor="t" anchorCtr="0">
            <a:normAutofit/>
          </a:bodyPr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CN" altLang="en-US" sz="3600" b="1" kern="1200" spc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78585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Bulle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2" name="组合 1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组合 1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9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6071237-C3EE-4688-8160-8EF44A8B0EF4}"/>
              </a:ext>
            </a:extLst>
          </p:cNvPr>
          <p:cNvSpPr/>
          <p:nvPr userDrawn="1"/>
        </p:nvSpPr>
        <p:spPr>
          <a:xfrm>
            <a:off x="1041400" y="1293252"/>
            <a:ext cx="10109200" cy="4356100"/>
          </a:xfrm>
          <a:prstGeom prst="rect">
            <a:avLst/>
          </a:prstGeom>
          <a:noFill/>
          <a:ln w="31750">
            <a:gradFill>
              <a:gsLst>
                <a:gs pos="5000">
                  <a:schemeClr val="bg1"/>
                </a:gs>
                <a:gs pos="100000">
                  <a:srgbClr val="056F3D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56F3D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1C132B9-7816-40DF-A75A-76D084D56CCC}"/>
              </a:ext>
            </a:extLst>
          </p:cNvPr>
          <p:cNvSpPr txBox="1"/>
          <p:nvPr userDrawn="1"/>
        </p:nvSpPr>
        <p:spPr>
          <a:xfrm>
            <a:off x="234266" y="1103729"/>
            <a:ext cx="2487168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6600" spc="300" dirty="0">
                <a:solidFill>
                  <a:srgbClr val="056F3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</a:p>
        </p:txBody>
      </p:sp>
      <p:sp>
        <p:nvSpPr>
          <p:cNvPr id="49" name="内容占位符 2"/>
          <p:cNvSpPr>
            <a:spLocks noGrp="1"/>
          </p:cNvSpPr>
          <p:nvPr>
            <p:ph idx="1"/>
          </p:nvPr>
        </p:nvSpPr>
        <p:spPr>
          <a:xfrm>
            <a:off x="2830943" y="2133600"/>
            <a:ext cx="6846457" cy="2480733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4019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Bulle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2" name="组合 1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组合 1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9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6071237-C3EE-4688-8160-8EF44A8B0EF4}"/>
              </a:ext>
            </a:extLst>
          </p:cNvPr>
          <p:cNvSpPr/>
          <p:nvPr userDrawn="1"/>
        </p:nvSpPr>
        <p:spPr>
          <a:xfrm>
            <a:off x="1041400" y="1293252"/>
            <a:ext cx="10109200" cy="4356100"/>
          </a:xfrm>
          <a:prstGeom prst="rect">
            <a:avLst/>
          </a:prstGeom>
          <a:noFill/>
          <a:ln w="31750">
            <a:gradFill>
              <a:gsLst>
                <a:gs pos="5000">
                  <a:schemeClr val="bg1"/>
                </a:gs>
                <a:gs pos="100000">
                  <a:srgbClr val="056F3D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56F3D"/>
              </a:solidFill>
            </a:endParaRPr>
          </a:p>
        </p:txBody>
      </p:sp>
      <p:sp>
        <p:nvSpPr>
          <p:cNvPr id="49" name="内容占位符 2"/>
          <p:cNvSpPr>
            <a:spLocks noGrp="1"/>
          </p:cNvSpPr>
          <p:nvPr>
            <p:ph idx="1"/>
          </p:nvPr>
        </p:nvSpPr>
        <p:spPr>
          <a:xfrm>
            <a:off x="2134745" y="2018891"/>
            <a:ext cx="7675868" cy="2717866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1" name="半闭框 40">
            <a:extLst>
              <a:ext uri="{FF2B5EF4-FFF2-40B4-BE49-F238E27FC236}">
                <a16:creationId xmlns:a16="http://schemas.microsoft.com/office/drawing/2014/main" id="{0D90A06A-B605-4CDB-9B13-1BB6C4658928}"/>
              </a:ext>
            </a:extLst>
          </p:cNvPr>
          <p:cNvSpPr/>
          <p:nvPr userDrawn="1"/>
        </p:nvSpPr>
        <p:spPr>
          <a:xfrm>
            <a:off x="1669290" y="1652954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rgbClr val="056F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56F3D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2" name="半闭框 41">
            <a:extLst>
              <a:ext uri="{FF2B5EF4-FFF2-40B4-BE49-F238E27FC236}">
                <a16:creationId xmlns:a16="http://schemas.microsoft.com/office/drawing/2014/main" id="{0D90A06A-B605-4CDB-9B13-1BB6C4658928}"/>
              </a:ext>
            </a:extLst>
          </p:cNvPr>
          <p:cNvSpPr/>
          <p:nvPr userDrawn="1"/>
        </p:nvSpPr>
        <p:spPr>
          <a:xfrm rot="10800000">
            <a:off x="9871561" y="4736757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rgbClr val="056F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56F3D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917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Bullet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2" name="组合 1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组合 1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9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1C132B9-7816-40DF-A75A-76D084D56CCC}"/>
              </a:ext>
            </a:extLst>
          </p:cNvPr>
          <p:cNvSpPr txBox="1"/>
          <p:nvPr userDrawn="1"/>
        </p:nvSpPr>
        <p:spPr>
          <a:xfrm>
            <a:off x="269515" y="780329"/>
            <a:ext cx="2487168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6600" spc="300" dirty="0">
                <a:solidFill>
                  <a:srgbClr val="A13F0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</a:p>
        </p:txBody>
      </p:sp>
      <p:sp>
        <p:nvSpPr>
          <p:cNvPr id="49" name="内容占位符 2"/>
          <p:cNvSpPr>
            <a:spLocks noGrp="1"/>
          </p:cNvSpPr>
          <p:nvPr>
            <p:ph idx="1"/>
          </p:nvPr>
        </p:nvSpPr>
        <p:spPr>
          <a:xfrm>
            <a:off x="2830943" y="1942055"/>
            <a:ext cx="6846457" cy="3322805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9BC4564-A6B6-47A0-BC2C-A544562110F2}"/>
              </a:ext>
            </a:extLst>
          </p:cNvPr>
          <p:cNvCxnSpPr>
            <a:cxnSpLocks/>
          </p:cNvCxnSpPr>
          <p:nvPr userDrawn="1"/>
        </p:nvCxnSpPr>
        <p:spPr>
          <a:xfrm>
            <a:off x="3581400" y="1575565"/>
            <a:ext cx="6948000" cy="0"/>
          </a:xfrm>
          <a:prstGeom prst="line">
            <a:avLst/>
          </a:prstGeom>
          <a:ln w="38100">
            <a:solidFill>
              <a:srgbClr val="056F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9BC4564-A6B6-47A0-BC2C-A544562110F2}"/>
              </a:ext>
            </a:extLst>
          </p:cNvPr>
          <p:cNvCxnSpPr>
            <a:cxnSpLocks/>
          </p:cNvCxnSpPr>
          <p:nvPr userDrawn="1"/>
        </p:nvCxnSpPr>
        <p:spPr>
          <a:xfrm>
            <a:off x="1746894" y="5569586"/>
            <a:ext cx="6948000" cy="0"/>
          </a:xfrm>
          <a:prstGeom prst="line">
            <a:avLst/>
          </a:prstGeom>
          <a:ln w="38100">
            <a:solidFill>
              <a:srgbClr val="056F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91C132B9-7816-40DF-A75A-76D084D56CCC}"/>
              </a:ext>
            </a:extLst>
          </p:cNvPr>
          <p:cNvSpPr txBox="1"/>
          <p:nvPr userDrawn="1"/>
        </p:nvSpPr>
        <p:spPr>
          <a:xfrm rot="10800000">
            <a:off x="10035029" y="3775439"/>
            <a:ext cx="2487168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6600" spc="300" dirty="0">
                <a:solidFill>
                  <a:srgbClr val="A13F0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798884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Bulle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2" name="组合 1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组合 1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9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0" name="内容占位符 2"/>
          <p:cNvSpPr>
            <a:spLocks noGrp="1"/>
          </p:cNvSpPr>
          <p:nvPr>
            <p:ph idx="1"/>
          </p:nvPr>
        </p:nvSpPr>
        <p:spPr>
          <a:xfrm>
            <a:off x="2830943" y="1287818"/>
            <a:ext cx="3034398" cy="4320987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1" name="内容占位符 2"/>
          <p:cNvSpPr>
            <a:spLocks noGrp="1"/>
          </p:cNvSpPr>
          <p:nvPr>
            <p:ph idx="13"/>
          </p:nvPr>
        </p:nvSpPr>
        <p:spPr>
          <a:xfrm>
            <a:off x="9020480" y="1320770"/>
            <a:ext cx="3034800" cy="4288036"/>
          </a:xfrm>
        </p:spPr>
        <p:txBody>
          <a:bodyPr>
            <a:norm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42" name="图片占位符 10">
            <a:extLst>
              <a:ext uri="{FF2B5EF4-FFF2-40B4-BE49-F238E27FC236}">
                <a16:creationId xmlns:a16="http://schemas.microsoft.com/office/drawing/2014/main" id="{9587D53A-26AB-41A2-A045-23EC9DF178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1422" y="1287818"/>
            <a:ext cx="2470932" cy="4392769"/>
          </a:xfrm>
          <a:prstGeom prst="rect">
            <a:avLst/>
          </a:prstGeom>
        </p:spPr>
      </p:pic>
      <p:pic>
        <p:nvPicPr>
          <p:cNvPr id="43" name="图片占位符 3">
            <a:extLst>
              <a:ext uri="{FF2B5EF4-FFF2-40B4-BE49-F238E27FC236}">
                <a16:creationId xmlns:a16="http://schemas.microsoft.com/office/drawing/2014/main" id="{35A9FAEA-7235-41DE-A68D-FADE7302EC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2823" y="1320769"/>
            <a:ext cx="2470932" cy="439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Bulle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2" name="组合 1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组合 1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9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8" name="文本占位符 6">
            <a:extLst>
              <a:ext uri="{FF2B5EF4-FFF2-40B4-BE49-F238E27FC236}">
                <a16:creationId xmlns:a16="http://schemas.microsoft.com/office/drawing/2014/main" id="{E12A4151-F143-4505-A654-CF3ED1B4A021}"/>
              </a:ext>
            </a:extLst>
          </p:cNvPr>
          <p:cNvSpPr txBox="1">
            <a:spLocks/>
          </p:cNvSpPr>
          <p:nvPr userDrawn="1"/>
        </p:nvSpPr>
        <p:spPr>
          <a:xfrm>
            <a:off x="1501911" y="1228087"/>
            <a:ext cx="3803007" cy="86533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zh-CN" altLang="en-US" sz="2800" noProof="0" dirty="0">
              <a:sym typeface="+mn-lt"/>
            </a:endParaRPr>
          </a:p>
        </p:txBody>
      </p:sp>
      <p:sp>
        <p:nvSpPr>
          <p:cNvPr id="42" name="文本占位符 4">
            <a:extLst>
              <a:ext uri="{FF2B5EF4-FFF2-40B4-BE49-F238E27FC236}">
                <a16:creationId xmlns:a16="http://schemas.microsoft.com/office/drawing/2014/main" id="{16C043AE-4B23-4674-A761-47EA2C95E47F}"/>
              </a:ext>
            </a:extLst>
          </p:cNvPr>
          <p:cNvSpPr txBox="1">
            <a:spLocks/>
          </p:cNvSpPr>
          <p:nvPr userDrawn="1"/>
        </p:nvSpPr>
        <p:spPr>
          <a:xfrm>
            <a:off x="1501912" y="2145503"/>
            <a:ext cx="3803007" cy="3816048"/>
          </a:xfrm>
          <a:prstGeom prst="rect">
            <a:avLst/>
          </a:prstGeom>
          <a:solidFill>
            <a:srgbClr val="FFFFFF"/>
          </a:solidFill>
          <a:ln w="28575">
            <a:solidFill>
              <a:srgbClr val="056F3D"/>
            </a:solidFill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56F3D"/>
              </a:solidFill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43" name="内容占位符 2"/>
          <p:cNvSpPr>
            <a:spLocks noGrp="1"/>
          </p:cNvSpPr>
          <p:nvPr>
            <p:ph idx="1"/>
          </p:nvPr>
        </p:nvSpPr>
        <p:spPr>
          <a:xfrm>
            <a:off x="1545989" y="2172642"/>
            <a:ext cx="3685037" cy="3788909"/>
          </a:xfrm>
        </p:spPr>
        <p:txBody>
          <a:bodyPr>
            <a:noAutofit/>
          </a:bodyPr>
          <a:lstStyle>
            <a:lvl1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5" name="文本占位符 7">
            <a:extLst>
              <a:ext uri="{FF2B5EF4-FFF2-40B4-BE49-F238E27FC236}">
                <a16:creationId xmlns:a16="http://schemas.microsoft.com/office/drawing/2014/main" id="{436178C4-56CB-4878-B6E0-9D272DCC0BC9}"/>
              </a:ext>
            </a:extLst>
          </p:cNvPr>
          <p:cNvSpPr txBox="1">
            <a:spLocks/>
          </p:cNvSpPr>
          <p:nvPr userDrawn="1"/>
        </p:nvSpPr>
        <p:spPr>
          <a:xfrm>
            <a:off x="6935104" y="1228087"/>
            <a:ext cx="3768032" cy="86533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endParaRPr lang="zh-CN" altLang="en-US" noProof="0" dirty="0">
              <a:sym typeface="+mn-lt"/>
            </a:endParaRPr>
          </a:p>
        </p:txBody>
      </p:sp>
      <p:sp>
        <p:nvSpPr>
          <p:cNvPr id="46" name="文本占位符 4">
            <a:extLst>
              <a:ext uri="{FF2B5EF4-FFF2-40B4-BE49-F238E27FC236}">
                <a16:creationId xmlns:a16="http://schemas.microsoft.com/office/drawing/2014/main" id="{16C043AE-4B23-4674-A761-47EA2C95E47F}"/>
              </a:ext>
            </a:extLst>
          </p:cNvPr>
          <p:cNvSpPr txBox="1">
            <a:spLocks/>
          </p:cNvSpPr>
          <p:nvPr userDrawn="1"/>
        </p:nvSpPr>
        <p:spPr>
          <a:xfrm>
            <a:off x="6935104" y="2172642"/>
            <a:ext cx="3803007" cy="3816048"/>
          </a:xfrm>
          <a:prstGeom prst="rect">
            <a:avLst/>
          </a:prstGeom>
          <a:solidFill>
            <a:srgbClr val="FFFFFF"/>
          </a:solidFill>
          <a:ln w="28575">
            <a:solidFill>
              <a:srgbClr val="A13F0B"/>
            </a:solidFill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56F3D"/>
              </a:solidFill>
              <a:effectLst/>
              <a:uLnTx/>
              <a:uFillTx/>
              <a:cs typeface="+mn-cs"/>
              <a:sym typeface="+mn-lt"/>
            </a:endParaRPr>
          </a:p>
        </p:txBody>
      </p:sp>
      <p:sp>
        <p:nvSpPr>
          <p:cNvPr id="47" name="内容占位符 2"/>
          <p:cNvSpPr>
            <a:spLocks noGrp="1"/>
          </p:cNvSpPr>
          <p:nvPr>
            <p:ph idx="13"/>
          </p:nvPr>
        </p:nvSpPr>
        <p:spPr>
          <a:xfrm>
            <a:off x="6976601" y="2199781"/>
            <a:ext cx="3685037" cy="3788909"/>
          </a:xfrm>
        </p:spPr>
        <p:txBody>
          <a:bodyPr>
            <a:norm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2296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Bullet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2" name="组合 1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组合 1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9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39F7488-70A1-4EFE-B7FB-1D1F5A9136B3}"/>
              </a:ext>
            </a:extLst>
          </p:cNvPr>
          <p:cNvSpPr/>
          <p:nvPr userDrawn="1"/>
        </p:nvSpPr>
        <p:spPr>
          <a:xfrm>
            <a:off x="660400" y="1333141"/>
            <a:ext cx="5435600" cy="4389376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42" name="内容占位符 2"/>
          <p:cNvSpPr>
            <a:spLocks noGrp="1"/>
          </p:cNvSpPr>
          <p:nvPr>
            <p:ph idx="1"/>
          </p:nvPr>
        </p:nvSpPr>
        <p:spPr>
          <a:xfrm>
            <a:off x="683592" y="1397274"/>
            <a:ext cx="5387984" cy="4261110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9399C7E-A646-423A-A81A-33CB60BD2B9B}"/>
              </a:ext>
            </a:extLst>
          </p:cNvPr>
          <p:cNvSpPr/>
          <p:nvPr userDrawn="1"/>
        </p:nvSpPr>
        <p:spPr>
          <a:xfrm>
            <a:off x="6083300" y="1333141"/>
            <a:ext cx="5435600" cy="4389376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内容占位符 2"/>
          <p:cNvSpPr>
            <a:spLocks noGrp="1"/>
          </p:cNvSpPr>
          <p:nvPr>
            <p:ph idx="13"/>
          </p:nvPr>
        </p:nvSpPr>
        <p:spPr>
          <a:xfrm>
            <a:off x="6094768" y="1397274"/>
            <a:ext cx="5387984" cy="4261110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1800">
                <a:solidFill>
                  <a:srgbClr val="A13F0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solidFill>
                  <a:srgbClr val="A13F0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solidFill>
                  <a:srgbClr val="A13F0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solidFill>
                  <a:srgbClr val="A13F0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solidFill>
                  <a:srgbClr val="A13F0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29027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Bulle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B259B52F-FE6F-4E30-991B-CFEA50715CFA}"/>
              </a:ext>
            </a:extLst>
          </p:cNvPr>
          <p:cNvSpPr/>
          <p:nvPr userDrawn="1"/>
        </p:nvSpPr>
        <p:spPr>
          <a:xfrm>
            <a:off x="1379850" y="4387291"/>
            <a:ext cx="9260114" cy="14514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259B52F-FE6F-4E30-991B-CFEA50715CFA}"/>
              </a:ext>
            </a:extLst>
          </p:cNvPr>
          <p:cNvSpPr/>
          <p:nvPr userDrawn="1"/>
        </p:nvSpPr>
        <p:spPr>
          <a:xfrm>
            <a:off x="1378908" y="2684316"/>
            <a:ext cx="9260114" cy="14514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259B52F-FE6F-4E30-991B-CFEA50715CFA}"/>
              </a:ext>
            </a:extLst>
          </p:cNvPr>
          <p:cNvSpPr/>
          <p:nvPr userDrawn="1"/>
        </p:nvSpPr>
        <p:spPr>
          <a:xfrm>
            <a:off x="1378908" y="992458"/>
            <a:ext cx="9260114" cy="14514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138031F-FDB6-4E53-A27A-EB83080EF0D4}"/>
              </a:ext>
            </a:extLst>
          </p:cNvPr>
          <p:cNvGrpSpPr/>
          <p:nvPr userDrawn="1"/>
        </p:nvGrpSpPr>
        <p:grpSpPr>
          <a:xfrm>
            <a:off x="636624" y="1626871"/>
            <a:ext cx="360000" cy="360000"/>
            <a:chOff x="6334127" y="2228854"/>
            <a:chExt cx="481013" cy="481013"/>
          </a:xfrm>
          <a:solidFill>
            <a:schemeClr val="bg1"/>
          </a:solidFill>
        </p:grpSpPr>
        <p:sp>
          <p:nvSpPr>
            <p:cNvPr id="26" name="Freeform 113">
              <a:extLst>
                <a:ext uri="{FF2B5EF4-FFF2-40B4-BE49-F238E27FC236}">
                  <a16:creationId xmlns:a16="http://schemas.microsoft.com/office/drawing/2014/main" id="{5DAAE761-1C8A-4DEE-B80B-46FBECF16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228854"/>
              <a:ext cx="169863" cy="173038"/>
            </a:xfrm>
            <a:custGeom>
              <a:avLst/>
              <a:gdLst>
                <a:gd name="T0" fmla="*/ 4 w 45"/>
                <a:gd name="T1" fmla="*/ 45 h 46"/>
                <a:gd name="T2" fmla="*/ 40 w 45"/>
                <a:gd name="T3" fmla="*/ 8 h 46"/>
                <a:gd name="T4" fmla="*/ 40 w 45"/>
                <a:gd name="T5" fmla="*/ 32 h 46"/>
                <a:gd name="T6" fmla="*/ 43 w 45"/>
                <a:gd name="T7" fmla="*/ 34 h 46"/>
                <a:gd name="T8" fmla="*/ 45 w 45"/>
                <a:gd name="T9" fmla="*/ 32 h 46"/>
                <a:gd name="T10" fmla="*/ 45 w 45"/>
                <a:gd name="T11" fmla="*/ 2 h 46"/>
                <a:gd name="T12" fmla="*/ 43 w 45"/>
                <a:gd name="T13" fmla="*/ 0 h 46"/>
                <a:gd name="T14" fmla="*/ 13 w 45"/>
                <a:gd name="T15" fmla="*/ 0 h 46"/>
                <a:gd name="T16" fmla="*/ 11 w 45"/>
                <a:gd name="T17" fmla="*/ 2 h 46"/>
                <a:gd name="T18" fmla="*/ 13 w 45"/>
                <a:gd name="T19" fmla="*/ 5 h 46"/>
                <a:gd name="T20" fmla="*/ 37 w 45"/>
                <a:gd name="T21" fmla="*/ 5 h 46"/>
                <a:gd name="T22" fmla="*/ 1 w 45"/>
                <a:gd name="T23" fmla="*/ 41 h 46"/>
                <a:gd name="T24" fmla="*/ 0 w 45"/>
                <a:gd name="T25" fmla="*/ 43 h 46"/>
                <a:gd name="T26" fmla="*/ 1 w 45"/>
                <a:gd name="T27" fmla="*/ 45 h 46"/>
                <a:gd name="T28" fmla="*/ 4 w 45"/>
                <a:gd name="T2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4" y="45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3"/>
                    <a:pt x="41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" y="46"/>
                    <a:pt x="3" y="46"/>
                    <a:pt x="4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7" name="Freeform 114">
              <a:extLst>
                <a:ext uri="{FF2B5EF4-FFF2-40B4-BE49-F238E27FC236}">
                  <a16:creationId xmlns:a16="http://schemas.microsoft.com/office/drawing/2014/main" id="{B35D2BA3-7796-403D-AC58-C4B677F0A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540004"/>
              <a:ext cx="169863" cy="169863"/>
            </a:xfrm>
            <a:custGeom>
              <a:avLst/>
              <a:gdLst>
                <a:gd name="T0" fmla="*/ 41 w 45"/>
                <a:gd name="T1" fmla="*/ 1 h 45"/>
                <a:gd name="T2" fmla="*/ 5 w 45"/>
                <a:gd name="T3" fmla="*/ 37 h 45"/>
                <a:gd name="T4" fmla="*/ 5 w 45"/>
                <a:gd name="T5" fmla="*/ 13 h 45"/>
                <a:gd name="T6" fmla="*/ 2 w 45"/>
                <a:gd name="T7" fmla="*/ 11 h 45"/>
                <a:gd name="T8" fmla="*/ 0 w 45"/>
                <a:gd name="T9" fmla="*/ 13 h 45"/>
                <a:gd name="T10" fmla="*/ 0 w 45"/>
                <a:gd name="T11" fmla="*/ 43 h 45"/>
                <a:gd name="T12" fmla="*/ 2 w 45"/>
                <a:gd name="T13" fmla="*/ 45 h 45"/>
                <a:gd name="T14" fmla="*/ 32 w 45"/>
                <a:gd name="T15" fmla="*/ 45 h 45"/>
                <a:gd name="T16" fmla="*/ 34 w 45"/>
                <a:gd name="T17" fmla="*/ 43 h 45"/>
                <a:gd name="T18" fmla="*/ 32 w 45"/>
                <a:gd name="T19" fmla="*/ 41 h 45"/>
                <a:gd name="T20" fmla="*/ 8 w 45"/>
                <a:gd name="T21" fmla="*/ 41 h 45"/>
                <a:gd name="T22" fmla="*/ 44 w 45"/>
                <a:gd name="T23" fmla="*/ 4 h 45"/>
                <a:gd name="T24" fmla="*/ 45 w 45"/>
                <a:gd name="T25" fmla="*/ 2 h 45"/>
                <a:gd name="T26" fmla="*/ 44 w 45"/>
                <a:gd name="T27" fmla="*/ 1 h 45"/>
                <a:gd name="T28" fmla="*/ 41 w 45"/>
                <a:gd name="T2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1" y="1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4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4"/>
                    <a:pt x="45" y="3"/>
                    <a:pt x="45" y="2"/>
                  </a:cubicBezTo>
                  <a:cubicBezTo>
                    <a:pt x="45" y="2"/>
                    <a:pt x="45" y="1"/>
                    <a:pt x="44" y="1"/>
                  </a:cubicBezTo>
                  <a:cubicBezTo>
                    <a:pt x="44" y="0"/>
                    <a:pt x="42" y="0"/>
                    <a:pt x="41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8" name="Freeform 115">
              <a:extLst>
                <a:ext uri="{FF2B5EF4-FFF2-40B4-BE49-F238E27FC236}">
                  <a16:creationId xmlns:a16="http://schemas.microsoft.com/office/drawing/2014/main" id="{C1D28959-884E-4C7E-BD89-BD02AB9C3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540004"/>
              <a:ext cx="169863" cy="169863"/>
            </a:xfrm>
            <a:custGeom>
              <a:avLst/>
              <a:gdLst>
                <a:gd name="T0" fmla="*/ 43 w 45"/>
                <a:gd name="T1" fmla="*/ 11 h 45"/>
                <a:gd name="T2" fmla="*/ 40 w 45"/>
                <a:gd name="T3" fmla="*/ 13 h 45"/>
                <a:gd name="T4" fmla="*/ 40 w 45"/>
                <a:gd name="T5" fmla="*/ 37 h 45"/>
                <a:gd name="T6" fmla="*/ 4 w 45"/>
                <a:gd name="T7" fmla="*/ 1 h 45"/>
                <a:gd name="T8" fmla="*/ 1 w 45"/>
                <a:gd name="T9" fmla="*/ 1 h 45"/>
                <a:gd name="T10" fmla="*/ 0 w 45"/>
                <a:gd name="T11" fmla="*/ 2 h 45"/>
                <a:gd name="T12" fmla="*/ 1 w 45"/>
                <a:gd name="T13" fmla="*/ 4 h 45"/>
                <a:gd name="T14" fmla="*/ 37 w 45"/>
                <a:gd name="T15" fmla="*/ 41 h 45"/>
                <a:gd name="T16" fmla="*/ 13 w 45"/>
                <a:gd name="T17" fmla="*/ 41 h 45"/>
                <a:gd name="T18" fmla="*/ 11 w 45"/>
                <a:gd name="T19" fmla="*/ 43 h 45"/>
                <a:gd name="T20" fmla="*/ 13 w 45"/>
                <a:gd name="T21" fmla="*/ 45 h 45"/>
                <a:gd name="T22" fmla="*/ 43 w 45"/>
                <a:gd name="T23" fmla="*/ 45 h 45"/>
                <a:gd name="T24" fmla="*/ 45 w 45"/>
                <a:gd name="T25" fmla="*/ 43 h 45"/>
                <a:gd name="T26" fmla="*/ 45 w 45"/>
                <a:gd name="T27" fmla="*/ 13 h 45"/>
                <a:gd name="T28" fmla="*/ 43 w 45"/>
                <a:gd name="T29" fmla="*/ 1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11"/>
                  </a:moveTo>
                  <a:cubicBezTo>
                    <a:pt x="41" y="11"/>
                    <a:pt x="40" y="12"/>
                    <a:pt x="40" y="13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1"/>
                    <a:pt x="11" y="42"/>
                    <a:pt x="11" y="43"/>
                  </a:cubicBezTo>
                  <a:cubicBezTo>
                    <a:pt x="11" y="44"/>
                    <a:pt x="12" y="45"/>
                    <a:pt x="1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5"/>
                    <a:pt x="45" y="44"/>
                    <a:pt x="45" y="4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2"/>
                    <a:pt x="44" y="11"/>
                    <a:pt x="43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9" name="Freeform 116">
              <a:extLst>
                <a:ext uri="{FF2B5EF4-FFF2-40B4-BE49-F238E27FC236}">
                  <a16:creationId xmlns:a16="http://schemas.microsoft.com/office/drawing/2014/main" id="{D2FECB05-BDFF-4637-BCA6-042FB80DF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228854"/>
              <a:ext cx="169863" cy="173038"/>
            </a:xfrm>
            <a:custGeom>
              <a:avLst/>
              <a:gdLst>
                <a:gd name="T0" fmla="*/ 8 w 45"/>
                <a:gd name="T1" fmla="*/ 5 h 46"/>
                <a:gd name="T2" fmla="*/ 32 w 45"/>
                <a:gd name="T3" fmla="*/ 5 h 46"/>
                <a:gd name="T4" fmla="*/ 34 w 45"/>
                <a:gd name="T5" fmla="*/ 2 h 46"/>
                <a:gd name="T6" fmla="*/ 32 w 45"/>
                <a:gd name="T7" fmla="*/ 0 h 46"/>
                <a:gd name="T8" fmla="*/ 2 w 45"/>
                <a:gd name="T9" fmla="*/ 0 h 46"/>
                <a:gd name="T10" fmla="*/ 0 w 45"/>
                <a:gd name="T11" fmla="*/ 2 h 46"/>
                <a:gd name="T12" fmla="*/ 0 w 45"/>
                <a:gd name="T13" fmla="*/ 32 h 46"/>
                <a:gd name="T14" fmla="*/ 2 w 45"/>
                <a:gd name="T15" fmla="*/ 34 h 46"/>
                <a:gd name="T16" fmla="*/ 5 w 45"/>
                <a:gd name="T17" fmla="*/ 32 h 46"/>
                <a:gd name="T18" fmla="*/ 5 w 45"/>
                <a:gd name="T19" fmla="*/ 8 h 46"/>
                <a:gd name="T20" fmla="*/ 41 w 45"/>
                <a:gd name="T21" fmla="*/ 45 h 46"/>
                <a:gd name="T22" fmla="*/ 44 w 45"/>
                <a:gd name="T23" fmla="*/ 45 h 46"/>
                <a:gd name="T24" fmla="*/ 45 w 45"/>
                <a:gd name="T25" fmla="*/ 43 h 46"/>
                <a:gd name="T26" fmla="*/ 44 w 45"/>
                <a:gd name="T27" fmla="*/ 41 h 46"/>
                <a:gd name="T28" fmla="*/ 8 w 45"/>
                <a:gd name="T29" fmla="*/ 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8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4" y="34"/>
                    <a:pt x="5" y="33"/>
                    <a:pt x="5" y="32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2" y="46"/>
                    <a:pt x="44" y="46"/>
                    <a:pt x="44" y="45"/>
                  </a:cubicBezTo>
                  <a:cubicBezTo>
                    <a:pt x="45" y="44"/>
                    <a:pt x="45" y="44"/>
                    <a:pt x="45" y="43"/>
                  </a:cubicBezTo>
                  <a:cubicBezTo>
                    <a:pt x="45" y="42"/>
                    <a:pt x="45" y="42"/>
                    <a:pt x="44" y="4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138031F-FDB6-4E53-A27A-EB83080EF0D4}"/>
              </a:ext>
            </a:extLst>
          </p:cNvPr>
          <p:cNvGrpSpPr/>
          <p:nvPr userDrawn="1"/>
        </p:nvGrpSpPr>
        <p:grpSpPr>
          <a:xfrm>
            <a:off x="4408432" y="1626871"/>
            <a:ext cx="360000" cy="360000"/>
            <a:chOff x="6334127" y="2228854"/>
            <a:chExt cx="481013" cy="481013"/>
          </a:xfrm>
          <a:solidFill>
            <a:schemeClr val="bg1"/>
          </a:solidFill>
        </p:grpSpPr>
        <p:sp>
          <p:nvSpPr>
            <p:cNvPr id="31" name="Freeform 113">
              <a:extLst>
                <a:ext uri="{FF2B5EF4-FFF2-40B4-BE49-F238E27FC236}">
                  <a16:creationId xmlns:a16="http://schemas.microsoft.com/office/drawing/2014/main" id="{5DAAE761-1C8A-4DEE-B80B-46FBECF16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228854"/>
              <a:ext cx="169863" cy="173038"/>
            </a:xfrm>
            <a:custGeom>
              <a:avLst/>
              <a:gdLst>
                <a:gd name="T0" fmla="*/ 4 w 45"/>
                <a:gd name="T1" fmla="*/ 45 h 46"/>
                <a:gd name="T2" fmla="*/ 40 w 45"/>
                <a:gd name="T3" fmla="*/ 8 h 46"/>
                <a:gd name="T4" fmla="*/ 40 w 45"/>
                <a:gd name="T5" fmla="*/ 32 h 46"/>
                <a:gd name="T6" fmla="*/ 43 w 45"/>
                <a:gd name="T7" fmla="*/ 34 h 46"/>
                <a:gd name="T8" fmla="*/ 45 w 45"/>
                <a:gd name="T9" fmla="*/ 32 h 46"/>
                <a:gd name="T10" fmla="*/ 45 w 45"/>
                <a:gd name="T11" fmla="*/ 2 h 46"/>
                <a:gd name="T12" fmla="*/ 43 w 45"/>
                <a:gd name="T13" fmla="*/ 0 h 46"/>
                <a:gd name="T14" fmla="*/ 13 w 45"/>
                <a:gd name="T15" fmla="*/ 0 h 46"/>
                <a:gd name="T16" fmla="*/ 11 w 45"/>
                <a:gd name="T17" fmla="*/ 2 h 46"/>
                <a:gd name="T18" fmla="*/ 13 w 45"/>
                <a:gd name="T19" fmla="*/ 5 h 46"/>
                <a:gd name="T20" fmla="*/ 37 w 45"/>
                <a:gd name="T21" fmla="*/ 5 h 46"/>
                <a:gd name="T22" fmla="*/ 1 w 45"/>
                <a:gd name="T23" fmla="*/ 41 h 46"/>
                <a:gd name="T24" fmla="*/ 0 w 45"/>
                <a:gd name="T25" fmla="*/ 43 h 46"/>
                <a:gd name="T26" fmla="*/ 1 w 45"/>
                <a:gd name="T27" fmla="*/ 45 h 46"/>
                <a:gd name="T28" fmla="*/ 4 w 45"/>
                <a:gd name="T2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4" y="45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3"/>
                    <a:pt x="41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" y="46"/>
                    <a:pt x="3" y="46"/>
                    <a:pt x="4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2" name="Freeform 114">
              <a:extLst>
                <a:ext uri="{FF2B5EF4-FFF2-40B4-BE49-F238E27FC236}">
                  <a16:creationId xmlns:a16="http://schemas.microsoft.com/office/drawing/2014/main" id="{B35D2BA3-7796-403D-AC58-C4B677F0A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540004"/>
              <a:ext cx="169863" cy="169863"/>
            </a:xfrm>
            <a:custGeom>
              <a:avLst/>
              <a:gdLst>
                <a:gd name="T0" fmla="*/ 41 w 45"/>
                <a:gd name="T1" fmla="*/ 1 h 45"/>
                <a:gd name="T2" fmla="*/ 5 w 45"/>
                <a:gd name="T3" fmla="*/ 37 h 45"/>
                <a:gd name="T4" fmla="*/ 5 w 45"/>
                <a:gd name="T5" fmla="*/ 13 h 45"/>
                <a:gd name="T6" fmla="*/ 2 w 45"/>
                <a:gd name="T7" fmla="*/ 11 h 45"/>
                <a:gd name="T8" fmla="*/ 0 w 45"/>
                <a:gd name="T9" fmla="*/ 13 h 45"/>
                <a:gd name="T10" fmla="*/ 0 w 45"/>
                <a:gd name="T11" fmla="*/ 43 h 45"/>
                <a:gd name="T12" fmla="*/ 2 w 45"/>
                <a:gd name="T13" fmla="*/ 45 h 45"/>
                <a:gd name="T14" fmla="*/ 32 w 45"/>
                <a:gd name="T15" fmla="*/ 45 h 45"/>
                <a:gd name="T16" fmla="*/ 34 w 45"/>
                <a:gd name="T17" fmla="*/ 43 h 45"/>
                <a:gd name="T18" fmla="*/ 32 w 45"/>
                <a:gd name="T19" fmla="*/ 41 h 45"/>
                <a:gd name="T20" fmla="*/ 8 w 45"/>
                <a:gd name="T21" fmla="*/ 41 h 45"/>
                <a:gd name="T22" fmla="*/ 44 w 45"/>
                <a:gd name="T23" fmla="*/ 4 h 45"/>
                <a:gd name="T24" fmla="*/ 45 w 45"/>
                <a:gd name="T25" fmla="*/ 2 h 45"/>
                <a:gd name="T26" fmla="*/ 44 w 45"/>
                <a:gd name="T27" fmla="*/ 1 h 45"/>
                <a:gd name="T28" fmla="*/ 41 w 45"/>
                <a:gd name="T2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1" y="1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4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4"/>
                    <a:pt x="45" y="3"/>
                    <a:pt x="45" y="2"/>
                  </a:cubicBezTo>
                  <a:cubicBezTo>
                    <a:pt x="45" y="2"/>
                    <a:pt x="45" y="1"/>
                    <a:pt x="44" y="1"/>
                  </a:cubicBezTo>
                  <a:cubicBezTo>
                    <a:pt x="44" y="0"/>
                    <a:pt x="42" y="0"/>
                    <a:pt x="41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3" name="Freeform 115">
              <a:extLst>
                <a:ext uri="{FF2B5EF4-FFF2-40B4-BE49-F238E27FC236}">
                  <a16:creationId xmlns:a16="http://schemas.microsoft.com/office/drawing/2014/main" id="{C1D28959-884E-4C7E-BD89-BD02AB9C3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540004"/>
              <a:ext cx="169863" cy="169863"/>
            </a:xfrm>
            <a:custGeom>
              <a:avLst/>
              <a:gdLst>
                <a:gd name="T0" fmla="*/ 43 w 45"/>
                <a:gd name="T1" fmla="*/ 11 h 45"/>
                <a:gd name="T2" fmla="*/ 40 w 45"/>
                <a:gd name="T3" fmla="*/ 13 h 45"/>
                <a:gd name="T4" fmla="*/ 40 w 45"/>
                <a:gd name="T5" fmla="*/ 37 h 45"/>
                <a:gd name="T6" fmla="*/ 4 w 45"/>
                <a:gd name="T7" fmla="*/ 1 h 45"/>
                <a:gd name="T8" fmla="*/ 1 w 45"/>
                <a:gd name="T9" fmla="*/ 1 h 45"/>
                <a:gd name="T10" fmla="*/ 0 w 45"/>
                <a:gd name="T11" fmla="*/ 2 h 45"/>
                <a:gd name="T12" fmla="*/ 1 w 45"/>
                <a:gd name="T13" fmla="*/ 4 h 45"/>
                <a:gd name="T14" fmla="*/ 37 w 45"/>
                <a:gd name="T15" fmla="*/ 41 h 45"/>
                <a:gd name="T16" fmla="*/ 13 w 45"/>
                <a:gd name="T17" fmla="*/ 41 h 45"/>
                <a:gd name="T18" fmla="*/ 11 w 45"/>
                <a:gd name="T19" fmla="*/ 43 h 45"/>
                <a:gd name="T20" fmla="*/ 13 w 45"/>
                <a:gd name="T21" fmla="*/ 45 h 45"/>
                <a:gd name="T22" fmla="*/ 43 w 45"/>
                <a:gd name="T23" fmla="*/ 45 h 45"/>
                <a:gd name="T24" fmla="*/ 45 w 45"/>
                <a:gd name="T25" fmla="*/ 43 h 45"/>
                <a:gd name="T26" fmla="*/ 45 w 45"/>
                <a:gd name="T27" fmla="*/ 13 h 45"/>
                <a:gd name="T28" fmla="*/ 43 w 45"/>
                <a:gd name="T29" fmla="*/ 1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11"/>
                  </a:moveTo>
                  <a:cubicBezTo>
                    <a:pt x="41" y="11"/>
                    <a:pt x="40" y="12"/>
                    <a:pt x="40" y="13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1"/>
                    <a:pt x="11" y="42"/>
                    <a:pt x="11" y="43"/>
                  </a:cubicBezTo>
                  <a:cubicBezTo>
                    <a:pt x="11" y="44"/>
                    <a:pt x="12" y="45"/>
                    <a:pt x="1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5"/>
                    <a:pt x="45" y="44"/>
                    <a:pt x="45" y="4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2"/>
                    <a:pt x="44" y="11"/>
                    <a:pt x="43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4" name="Freeform 116">
              <a:extLst>
                <a:ext uri="{FF2B5EF4-FFF2-40B4-BE49-F238E27FC236}">
                  <a16:creationId xmlns:a16="http://schemas.microsoft.com/office/drawing/2014/main" id="{D2FECB05-BDFF-4637-BCA6-042FB80DF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228854"/>
              <a:ext cx="169863" cy="173038"/>
            </a:xfrm>
            <a:custGeom>
              <a:avLst/>
              <a:gdLst>
                <a:gd name="T0" fmla="*/ 8 w 45"/>
                <a:gd name="T1" fmla="*/ 5 h 46"/>
                <a:gd name="T2" fmla="*/ 32 w 45"/>
                <a:gd name="T3" fmla="*/ 5 h 46"/>
                <a:gd name="T4" fmla="*/ 34 w 45"/>
                <a:gd name="T5" fmla="*/ 2 h 46"/>
                <a:gd name="T6" fmla="*/ 32 w 45"/>
                <a:gd name="T7" fmla="*/ 0 h 46"/>
                <a:gd name="T8" fmla="*/ 2 w 45"/>
                <a:gd name="T9" fmla="*/ 0 h 46"/>
                <a:gd name="T10" fmla="*/ 0 w 45"/>
                <a:gd name="T11" fmla="*/ 2 h 46"/>
                <a:gd name="T12" fmla="*/ 0 w 45"/>
                <a:gd name="T13" fmla="*/ 32 h 46"/>
                <a:gd name="T14" fmla="*/ 2 w 45"/>
                <a:gd name="T15" fmla="*/ 34 h 46"/>
                <a:gd name="T16" fmla="*/ 5 w 45"/>
                <a:gd name="T17" fmla="*/ 32 h 46"/>
                <a:gd name="T18" fmla="*/ 5 w 45"/>
                <a:gd name="T19" fmla="*/ 8 h 46"/>
                <a:gd name="T20" fmla="*/ 41 w 45"/>
                <a:gd name="T21" fmla="*/ 45 h 46"/>
                <a:gd name="T22" fmla="*/ 44 w 45"/>
                <a:gd name="T23" fmla="*/ 45 h 46"/>
                <a:gd name="T24" fmla="*/ 45 w 45"/>
                <a:gd name="T25" fmla="*/ 43 h 46"/>
                <a:gd name="T26" fmla="*/ 44 w 45"/>
                <a:gd name="T27" fmla="*/ 41 h 46"/>
                <a:gd name="T28" fmla="*/ 8 w 45"/>
                <a:gd name="T29" fmla="*/ 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8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4" y="34"/>
                    <a:pt x="5" y="33"/>
                    <a:pt x="5" y="32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2" y="46"/>
                    <a:pt x="44" y="46"/>
                    <a:pt x="44" y="45"/>
                  </a:cubicBezTo>
                  <a:cubicBezTo>
                    <a:pt x="45" y="44"/>
                    <a:pt x="45" y="44"/>
                    <a:pt x="45" y="43"/>
                  </a:cubicBezTo>
                  <a:cubicBezTo>
                    <a:pt x="45" y="42"/>
                    <a:pt x="45" y="42"/>
                    <a:pt x="44" y="4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138031F-FDB6-4E53-A27A-EB83080EF0D4}"/>
              </a:ext>
            </a:extLst>
          </p:cNvPr>
          <p:cNvGrpSpPr/>
          <p:nvPr userDrawn="1"/>
        </p:nvGrpSpPr>
        <p:grpSpPr>
          <a:xfrm>
            <a:off x="8272050" y="1626871"/>
            <a:ext cx="360000" cy="360000"/>
            <a:chOff x="6334127" y="2228854"/>
            <a:chExt cx="481013" cy="481013"/>
          </a:xfrm>
          <a:solidFill>
            <a:schemeClr val="bg1"/>
          </a:solidFill>
        </p:grpSpPr>
        <p:sp>
          <p:nvSpPr>
            <p:cNvPr id="36" name="Freeform 113">
              <a:extLst>
                <a:ext uri="{FF2B5EF4-FFF2-40B4-BE49-F238E27FC236}">
                  <a16:creationId xmlns:a16="http://schemas.microsoft.com/office/drawing/2014/main" id="{5DAAE761-1C8A-4DEE-B80B-46FBECF16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228854"/>
              <a:ext cx="169863" cy="173038"/>
            </a:xfrm>
            <a:custGeom>
              <a:avLst/>
              <a:gdLst>
                <a:gd name="T0" fmla="*/ 4 w 45"/>
                <a:gd name="T1" fmla="*/ 45 h 46"/>
                <a:gd name="T2" fmla="*/ 40 w 45"/>
                <a:gd name="T3" fmla="*/ 8 h 46"/>
                <a:gd name="T4" fmla="*/ 40 w 45"/>
                <a:gd name="T5" fmla="*/ 32 h 46"/>
                <a:gd name="T6" fmla="*/ 43 w 45"/>
                <a:gd name="T7" fmla="*/ 34 h 46"/>
                <a:gd name="T8" fmla="*/ 45 w 45"/>
                <a:gd name="T9" fmla="*/ 32 h 46"/>
                <a:gd name="T10" fmla="*/ 45 w 45"/>
                <a:gd name="T11" fmla="*/ 2 h 46"/>
                <a:gd name="T12" fmla="*/ 43 w 45"/>
                <a:gd name="T13" fmla="*/ 0 h 46"/>
                <a:gd name="T14" fmla="*/ 13 w 45"/>
                <a:gd name="T15" fmla="*/ 0 h 46"/>
                <a:gd name="T16" fmla="*/ 11 w 45"/>
                <a:gd name="T17" fmla="*/ 2 h 46"/>
                <a:gd name="T18" fmla="*/ 13 w 45"/>
                <a:gd name="T19" fmla="*/ 5 h 46"/>
                <a:gd name="T20" fmla="*/ 37 w 45"/>
                <a:gd name="T21" fmla="*/ 5 h 46"/>
                <a:gd name="T22" fmla="*/ 1 w 45"/>
                <a:gd name="T23" fmla="*/ 41 h 46"/>
                <a:gd name="T24" fmla="*/ 0 w 45"/>
                <a:gd name="T25" fmla="*/ 43 h 46"/>
                <a:gd name="T26" fmla="*/ 1 w 45"/>
                <a:gd name="T27" fmla="*/ 45 h 46"/>
                <a:gd name="T28" fmla="*/ 4 w 45"/>
                <a:gd name="T2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4" y="45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3"/>
                    <a:pt x="41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" y="46"/>
                    <a:pt x="3" y="46"/>
                    <a:pt x="4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7" name="Freeform 114">
              <a:extLst>
                <a:ext uri="{FF2B5EF4-FFF2-40B4-BE49-F238E27FC236}">
                  <a16:creationId xmlns:a16="http://schemas.microsoft.com/office/drawing/2014/main" id="{B35D2BA3-7796-403D-AC58-C4B677F0A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540004"/>
              <a:ext cx="169863" cy="169863"/>
            </a:xfrm>
            <a:custGeom>
              <a:avLst/>
              <a:gdLst>
                <a:gd name="T0" fmla="*/ 41 w 45"/>
                <a:gd name="T1" fmla="*/ 1 h 45"/>
                <a:gd name="T2" fmla="*/ 5 w 45"/>
                <a:gd name="T3" fmla="*/ 37 h 45"/>
                <a:gd name="T4" fmla="*/ 5 w 45"/>
                <a:gd name="T5" fmla="*/ 13 h 45"/>
                <a:gd name="T6" fmla="*/ 2 w 45"/>
                <a:gd name="T7" fmla="*/ 11 h 45"/>
                <a:gd name="T8" fmla="*/ 0 w 45"/>
                <a:gd name="T9" fmla="*/ 13 h 45"/>
                <a:gd name="T10" fmla="*/ 0 w 45"/>
                <a:gd name="T11" fmla="*/ 43 h 45"/>
                <a:gd name="T12" fmla="*/ 2 w 45"/>
                <a:gd name="T13" fmla="*/ 45 h 45"/>
                <a:gd name="T14" fmla="*/ 32 w 45"/>
                <a:gd name="T15" fmla="*/ 45 h 45"/>
                <a:gd name="T16" fmla="*/ 34 w 45"/>
                <a:gd name="T17" fmla="*/ 43 h 45"/>
                <a:gd name="T18" fmla="*/ 32 w 45"/>
                <a:gd name="T19" fmla="*/ 41 h 45"/>
                <a:gd name="T20" fmla="*/ 8 w 45"/>
                <a:gd name="T21" fmla="*/ 41 h 45"/>
                <a:gd name="T22" fmla="*/ 44 w 45"/>
                <a:gd name="T23" fmla="*/ 4 h 45"/>
                <a:gd name="T24" fmla="*/ 45 w 45"/>
                <a:gd name="T25" fmla="*/ 2 h 45"/>
                <a:gd name="T26" fmla="*/ 44 w 45"/>
                <a:gd name="T27" fmla="*/ 1 h 45"/>
                <a:gd name="T28" fmla="*/ 41 w 45"/>
                <a:gd name="T2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1" y="1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4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4"/>
                    <a:pt x="45" y="3"/>
                    <a:pt x="45" y="2"/>
                  </a:cubicBezTo>
                  <a:cubicBezTo>
                    <a:pt x="45" y="2"/>
                    <a:pt x="45" y="1"/>
                    <a:pt x="44" y="1"/>
                  </a:cubicBezTo>
                  <a:cubicBezTo>
                    <a:pt x="44" y="0"/>
                    <a:pt x="42" y="0"/>
                    <a:pt x="41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8" name="Freeform 115">
              <a:extLst>
                <a:ext uri="{FF2B5EF4-FFF2-40B4-BE49-F238E27FC236}">
                  <a16:creationId xmlns:a16="http://schemas.microsoft.com/office/drawing/2014/main" id="{C1D28959-884E-4C7E-BD89-BD02AB9C3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540004"/>
              <a:ext cx="169863" cy="169863"/>
            </a:xfrm>
            <a:custGeom>
              <a:avLst/>
              <a:gdLst>
                <a:gd name="T0" fmla="*/ 43 w 45"/>
                <a:gd name="T1" fmla="*/ 11 h 45"/>
                <a:gd name="T2" fmla="*/ 40 w 45"/>
                <a:gd name="T3" fmla="*/ 13 h 45"/>
                <a:gd name="T4" fmla="*/ 40 w 45"/>
                <a:gd name="T5" fmla="*/ 37 h 45"/>
                <a:gd name="T6" fmla="*/ 4 w 45"/>
                <a:gd name="T7" fmla="*/ 1 h 45"/>
                <a:gd name="T8" fmla="*/ 1 w 45"/>
                <a:gd name="T9" fmla="*/ 1 h 45"/>
                <a:gd name="T10" fmla="*/ 0 w 45"/>
                <a:gd name="T11" fmla="*/ 2 h 45"/>
                <a:gd name="T12" fmla="*/ 1 w 45"/>
                <a:gd name="T13" fmla="*/ 4 h 45"/>
                <a:gd name="T14" fmla="*/ 37 w 45"/>
                <a:gd name="T15" fmla="*/ 41 h 45"/>
                <a:gd name="T16" fmla="*/ 13 w 45"/>
                <a:gd name="T17" fmla="*/ 41 h 45"/>
                <a:gd name="T18" fmla="*/ 11 w 45"/>
                <a:gd name="T19" fmla="*/ 43 h 45"/>
                <a:gd name="T20" fmla="*/ 13 w 45"/>
                <a:gd name="T21" fmla="*/ 45 h 45"/>
                <a:gd name="T22" fmla="*/ 43 w 45"/>
                <a:gd name="T23" fmla="*/ 45 h 45"/>
                <a:gd name="T24" fmla="*/ 45 w 45"/>
                <a:gd name="T25" fmla="*/ 43 h 45"/>
                <a:gd name="T26" fmla="*/ 45 w 45"/>
                <a:gd name="T27" fmla="*/ 13 h 45"/>
                <a:gd name="T28" fmla="*/ 43 w 45"/>
                <a:gd name="T29" fmla="*/ 1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11"/>
                  </a:moveTo>
                  <a:cubicBezTo>
                    <a:pt x="41" y="11"/>
                    <a:pt x="40" y="12"/>
                    <a:pt x="40" y="13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1"/>
                    <a:pt x="11" y="42"/>
                    <a:pt x="11" y="43"/>
                  </a:cubicBezTo>
                  <a:cubicBezTo>
                    <a:pt x="11" y="44"/>
                    <a:pt x="12" y="45"/>
                    <a:pt x="1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5"/>
                    <a:pt x="45" y="44"/>
                    <a:pt x="45" y="4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2"/>
                    <a:pt x="44" y="11"/>
                    <a:pt x="43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9" name="Freeform 116">
              <a:extLst>
                <a:ext uri="{FF2B5EF4-FFF2-40B4-BE49-F238E27FC236}">
                  <a16:creationId xmlns:a16="http://schemas.microsoft.com/office/drawing/2014/main" id="{D2FECB05-BDFF-4637-BCA6-042FB80DF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228854"/>
              <a:ext cx="169863" cy="173038"/>
            </a:xfrm>
            <a:custGeom>
              <a:avLst/>
              <a:gdLst>
                <a:gd name="T0" fmla="*/ 8 w 45"/>
                <a:gd name="T1" fmla="*/ 5 h 46"/>
                <a:gd name="T2" fmla="*/ 32 w 45"/>
                <a:gd name="T3" fmla="*/ 5 h 46"/>
                <a:gd name="T4" fmla="*/ 34 w 45"/>
                <a:gd name="T5" fmla="*/ 2 h 46"/>
                <a:gd name="T6" fmla="*/ 32 w 45"/>
                <a:gd name="T7" fmla="*/ 0 h 46"/>
                <a:gd name="T8" fmla="*/ 2 w 45"/>
                <a:gd name="T9" fmla="*/ 0 h 46"/>
                <a:gd name="T10" fmla="*/ 0 w 45"/>
                <a:gd name="T11" fmla="*/ 2 h 46"/>
                <a:gd name="T12" fmla="*/ 0 w 45"/>
                <a:gd name="T13" fmla="*/ 32 h 46"/>
                <a:gd name="T14" fmla="*/ 2 w 45"/>
                <a:gd name="T15" fmla="*/ 34 h 46"/>
                <a:gd name="T16" fmla="*/ 5 w 45"/>
                <a:gd name="T17" fmla="*/ 32 h 46"/>
                <a:gd name="T18" fmla="*/ 5 w 45"/>
                <a:gd name="T19" fmla="*/ 8 h 46"/>
                <a:gd name="T20" fmla="*/ 41 w 45"/>
                <a:gd name="T21" fmla="*/ 45 h 46"/>
                <a:gd name="T22" fmla="*/ 44 w 45"/>
                <a:gd name="T23" fmla="*/ 45 h 46"/>
                <a:gd name="T24" fmla="*/ 45 w 45"/>
                <a:gd name="T25" fmla="*/ 43 h 46"/>
                <a:gd name="T26" fmla="*/ 44 w 45"/>
                <a:gd name="T27" fmla="*/ 41 h 46"/>
                <a:gd name="T28" fmla="*/ 8 w 45"/>
                <a:gd name="T29" fmla="*/ 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8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4" y="34"/>
                    <a:pt x="5" y="33"/>
                    <a:pt x="5" y="32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2" y="46"/>
                    <a:pt x="44" y="46"/>
                    <a:pt x="44" y="45"/>
                  </a:cubicBezTo>
                  <a:cubicBezTo>
                    <a:pt x="45" y="44"/>
                    <a:pt x="45" y="44"/>
                    <a:pt x="45" y="43"/>
                  </a:cubicBezTo>
                  <a:cubicBezTo>
                    <a:pt x="45" y="42"/>
                    <a:pt x="45" y="42"/>
                    <a:pt x="44" y="4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41" name="组合 40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6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3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0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2" name="组合 41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4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2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9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7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5" name="内容占位符 2"/>
          <p:cNvSpPr>
            <a:spLocks noGrp="1"/>
          </p:cNvSpPr>
          <p:nvPr>
            <p:ph idx="1"/>
          </p:nvPr>
        </p:nvSpPr>
        <p:spPr>
          <a:xfrm>
            <a:off x="5590222" y="1031409"/>
            <a:ext cx="4468178" cy="1412025"/>
          </a:xfrm>
        </p:spPr>
        <p:txBody>
          <a:bodyPr>
            <a:noAutofit/>
          </a:bodyPr>
          <a:lstStyle>
            <a:lvl1pPr>
              <a:lnSpc>
                <a:spcPct val="125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2" name="内容占位符 2"/>
          <p:cNvSpPr>
            <a:spLocks noGrp="1"/>
          </p:cNvSpPr>
          <p:nvPr>
            <p:ph idx="13"/>
          </p:nvPr>
        </p:nvSpPr>
        <p:spPr>
          <a:xfrm>
            <a:off x="5572794" y="4480089"/>
            <a:ext cx="4485606" cy="1358178"/>
          </a:xfrm>
        </p:spPr>
        <p:txBody>
          <a:bodyPr>
            <a:no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3" name="内容占位符 2"/>
          <p:cNvSpPr>
            <a:spLocks noGrp="1"/>
          </p:cNvSpPr>
          <p:nvPr>
            <p:ph idx="14"/>
          </p:nvPr>
        </p:nvSpPr>
        <p:spPr>
          <a:xfrm>
            <a:off x="5590222" y="2748541"/>
            <a:ext cx="4468178" cy="1387202"/>
          </a:xfrm>
        </p:spPr>
        <p:txBody>
          <a:bodyPr>
            <a:no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4" name="图片占位符 20">
            <a:extLst>
              <a:ext uri="{FF2B5EF4-FFF2-40B4-BE49-F238E27FC236}">
                <a16:creationId xmlns:a16="http://schemas.microsoft.com/office/drawing/2014/main" id="{E19A0EAE-7219-4DFD-8028-4F55395CF0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39"/>
          <a:stretch/>
        </p:blipFill>
        <p:spPr>
          <a:xfrm>
            <a:off x="1379769" y="992459"/>
            <a:ext cx="2438397" cy="1450975"/>
          </a:xfrm>
          <a:prstGeom prst="rect">
            <a:avLst/>
          </a:prstGeom>
        </p:spPr>
      </p:pic>
      <p:pic>
        <p:nvPicPr>
          <p:cNvPr id="75" name="图片占位符 22">
            <a:extLst>
              <a:ext uri="{FF2B5EF4-FFF2-40B4-BE49-F238E27FC236}">
                <a16:creationId xmlns:a16="http://schemas.microsoft.com/office/drawing/2014/main" id="{F07D3F71-2C0A-4A4C-B772-D35689973F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9775" y="2695972"/>
            <a:ext cx="2438391" cy="1450975"/>
          </a:xfrm>
          <a:prstGeom prst="rect">
            <a:avLst/>
          </a:prstGeom>
        </p:spPr>
      </p:pic>
      <p:pic>
        <p:nvPicPr>
          <p:cNvPr id="76" name="图片占位符 24">
            <a:extLst>
              <a:ext uri="{FF2B5EF4-FFF2-40B4-BE49-F238E27FC236}">
                <a16:creationId xmlns:a16="http://schemas.microsoft.com/office/drawing/2014/main" id="{3CCF244A-C68D-4C10-A784-D5DF8EACBB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8908" y="4387291"/>
            <a:ext cx="2445106" cy="1450975"/>
          </a:xfrm>
          <a:prstGeom prst="rect">
            <a:avLst/>
          </a:prstGeom>
        </p:spPr>
      </p:pic>
      <p:sp>
        <p:nvSpPr>
          <p:cNvPr id="81" name="文本框 80">
            <a:extLst>
              <a:ext uri="{FF2B5EF4-FFF2-40B4-BE49-F238E27FC236}">
                <a16:creationId xmlns:a16="http://schemas.microsoft.com/office/drawing/2014/main" id="{71A67695-F8C2-4EF1-9469-03AA7C0B212B}"/>
              </a:ext>
            </a:extLst>
          </p:cNvPr>
          <p:cNvSpPr txBox="1"/>
          <p:nvPr userDrawn="1"/>
        </p:nvSpPr>
        <p:spPr>
          <a:xfrm>
            <a:off x="4514447" y="1287446"/>
            <a:ext cx="385316" cy="691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4000" b="1" spc="300" dirty="0">
                <a:solidFill>
                  <a:srgbClr val="A13F0B"/>
                </a:solidFill>
                <a:latin typeface="+mn-ea"/>
              </a:rPr>
              <a:t>1</a:t>
            </a:r>
            <a:endParaRPr lang="zh-CN" altLang="en-US" sz="4400" b="1" spc="300" dirty="0">
              <a:solidFill>
                <a:srgbClr val="A13F0B"/>
              </a:solidFill>
              <a:latin typeface="+mn-ea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1A67695-F8C2-4EF1-9469-03AA7C0B212B}"/>
              </a:ext>
            </a:extLst>
          </p:cNvPr>
          <p:cNvSpPr txBox="1"/>
          <p:nvPr userDrawn="1"/>
        </p:nvSpPr>
        <p:spPr>
          <a:xfrm>
            <a:off x="4543845" y="4767266"/>
            <a:ext cx="385316" cy="691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4000" b="1" spc="300" dirty="0">
                <a:solidFill>
                  <a:srgbClr val="A13F0B"/>
                </a:solidFill>
                <a:latin typeface="+mn-ea"/>
              </a:rPr>
              <a:t>3</a:t>
            </a:r>
            <a:endParaRPr lang="zh-CN" altLang="en-US" sz="4400" b="1" spc="300" dirty="0">
              <a:solidFill>
                <a:srgbClr val="A13F0B"/>
              </a:solidFill>
              <a:latin typeface="+mn-ea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71A67695-F8C2-4EF1-9469-03AA7C0B212B}"/>
              </a:ext>
            </a:extLst>
          </p:cNvPr>
          <p:cNvSpPr txBox="1"/>
          <p:nvPr userDrawn="1"/>
        </p:nvSpPr>
        <p:spPr>
          <a:xfrm>
            <a:off x="4512209" y="3008759"/>
            <a:ext cx="385316" cy="691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4000" b="1" spc="300" dirty="0">
                <a:solidFill>
                  <a:srgbClr val="A13F0B"/>
                </a:solidFill>
                <a:latin typeface="+mn-ea"/>
              </a:rPr>
              <a:t>2</a:t>
            </a:r>
            <a:endParaRPr lang="zh-CN" altLang="en-US" sz="4400" b="1" spc="300" dirty="0">
              <a:solidFill>
                <a:srgbClr val="A13F0B"/>
              </a:solidFill>
              <a:latin typeface="+mn-ea"/>
            </a:endParaRPr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2B4FF9B4-4E10-47AE-8EE1-A420719A9574}"/>
              </a:ext>
            </a:extLst>
          </p:cNvPr>
          <p:cNvCxnSpPr>
            <a:cxnSpLocks/>
          </p:cNvCxnSpPr>
          <p:nvPr userDrawn="1"/>
        </p:nvCxnSpPr>
        <p:spPr>
          <a:xfrm flipH="1">
            <a:off x="4738947" y="1626871"/>
            <a:ext cx="317156" cy="51514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2B4FF9B4-4E10-47AE-8EE1-A420719A9574}"/>
              </a:ext>
            </a:extLst>
          </p:cNvPr>
          <p:cNvCxnSpPr>
            <a:cxnSpLocks/>
          </p:cNvCxnSpPr>
          <p:nvPr userDrawn="1"/>
        </p:nvCxnSpPr>
        <p:spPr>
          <a:xfrm flipH="1">
            <a:off x="4738947" y="5119166"/>
            <a:ext cx="317156" cy="51514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2B4FF9B4-4E10-47AE-8EE1-A420719A9574}"/>
              </a:ext>
            </a:extLst>
          </p:cNvPr>
          <p:cNvCxnSpPr>
            <a:cxnSpLocks/>
          </p:cNvCxnSpPr>
          <p:nvPr userDrawn="1"/>
        </p:nvCxnSpPr>
        <p:spPr>
          <a:xfrm flipH="1">
            <a:off x="4741185" y="3352908"/>
            <a:ext cx="317156" cy="51514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7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Bulle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片 70">
            <a:extLst>
              <a:ext uri="{FF2B5EF4-FFF2-40B4-BE49-F238E27FC236}">
                <a16:creationId xmlns:a16="http://schemas.microsoft.com/office/drawing/2014/main" id="{D1723413-CCDE-4B17-9173-53D3C4587C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03860" y="927398"/>
            <a:ext cx="8286939" cy="1637072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88808EA3-88AC-48E0-8B63-CF0A11088905}"/>
              </a:ext>
            </a:extLst>
          </p:cNvPr>
          <p:cNvSpPr/>
          <p:nvPr userDrawn="1"/>
        </p:nvSpPr>
        <p:spPr>
          <a:xfrm>
            <a:off x="454040" y="2048226"/>
            <a:ext cx="3499640" cy="4066728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2" name="直角三角形 21">
            <a:extLst>
              <a:ext uri="{FF2B5EF4-FFF2-40B4-BE49-F238E27FC236}">
                <a16:creationId xmlns:a16="http://schemas.microsoft.com/office/drawing/2014/main" id="{564FF75F-5928-4B38-A2F2-11F3B1F2874A}"/>
              </a:ext>
            </a:extLst>
          </p:cNvPr>
          <p:cNvSpPr/>
          <p:nvPr userDrawn="1"/>
        </p:nvSpPr>
        <p:spPr>
          <a:xfrm flipV="1">
            <a:off x="471927" y="2063283"/>
            <a:ext cx="1190868" cy="1190868"/>
          </a:xfrm>
          <a:prstGeom prst="rtTriangle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23" name="直角三角形 22">
            <a:extLst>
              <a:ext uri="{FF2B5EF4-FFF2-40B4-BE49-F238E27FC236}">
                <a16:creationId xmlns:a16="http://schemas.microsoft.com/office/drawing/2014/main" id="{564FF75F-5928-4B38-A2F2-11F3B1F2874A}"/>
              </a:ext>
            </a:extLst>
          </p:cNvPr>
          <p:cNvSpPr/>
          <p:nvPr userDrawn="1"/>
        </p:nvSpPr>
        <p:spPr>
          <a:xfrm flipV="1">
            <a:off x="8110203" y="2085225"/>
            <a:ext cx="1190868" cy="1190868"/>
          </a:xfrm>
          <a:prstGeom prst="rtTriangle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24" name="直角三角形 23">
            <a:extLst>
              <a:ext uri="{FF2B5EF4-FFF2-40B4-BE49-F238E27FC236}">
                <a16:creationId xmlns:a16="http://schemas.microsoft.com/office/drawing/2014/main" id="{564FF75F-5928-4B38-A2F2-11F3B1F2874A}"/>
              </a:ext>
            </a:extLst>
          </p:cNvPr>
          <p:cNvSpPr/>
          <p:nvPr userDrawn="1"/>
        </p:nvSpPr>
        <p:spPr>
          <a:xfrm flipV="1">
            <a:off x="4277230" y="2063283"/>
            <a:ext cx="1190868" cy="1190868"/>
          </a:xfrm>
          <a:prstGeom prst="rtTriangle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138031F-FDB6-4E53-A27A-EB83080EF0D4}"/>
              </a:ext>
            </a:extLst>
          </p:cNvPr>
          <p:cNvGrpSpPr/>
          <p:nvPr userDrawn="1"/>
        </p:nvGrpSpPr>
        <p:grpSpPr>
          <a:xfrm>
            <a:off x="636624" y="2175193"/>
            <a:ext cx="360000" cy="360000"/>
            <a:chOff x="6334127" y="2228854"/>
            <a:chExt cx="481013" cy="481013"/>
          </a:xfrm>
          <a:solidFill>
            <a:schemeClr val="bg1"/>
          </a:solidFill>
        </p:grpSpPr>
        <p:sp>
          <p:nvSpPr>
            <p:cNvPr id="26" name="Freeform 113">
              <a:extLst>
                <a:ext uri="{FF2B5EF4-FFF2-40B4-BE49-F238E27FC236}">
                  <a16:creationId xmlns:a16="http://schemas.microsoft.com/office/drawing/2014/main" id="{5DAAE761-1C8A-4DEE-B80B-46FBECF16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228854"/>
              <a:ext cx="169863" cy="173038"/>
            </a:xfrm>
            <a:custGeom>
              <a:avLst/>
              <a:gdLst>
                <a:gd name="T0" fmla="*/ 4 w 45"/>
                <a:gd name="T1" fmla="*/ 45 h 46"/>
                <a:gd name="T2" fmla="*/ 40 w 45"/>
                <a:gd name="T3" fmla="*/ 8 h 46"/>
                <a:gd name="T4" fmla="*/ 40 w 45"/>
                <a:gd name="T5" fmla="*/ 32 h 46"/>
                <a:gd name="T6" fmla="*/ 43 w 45"/>
                <a:gd name="T7" fmla="*/ 34 h 46"/>
                <a:gd name="T8" fmla="*/ 45 w 45"/>
                <a:gd name="T9" fmla="*/ 32 h 46"/>
                <a:gd name="T10" fmla="*/ 45 w 45"/>
                <a:gd name="T11" fmla="*/ 2 h 46"/>
                <a:gd name="T12" fmla="*/ 43 w 45"/>
                <a:gd name="T13" fmla="*/ 0 h 46"/>
                <a:gd name="T14" fmla="*/ 13 w 45"/>
                <a:gd name="T15" fmla="*/ 0 h 46"/>
                <a:gd name="T16" fmla="*/ 11 w 45"/>
                <a:gd name="T17" fmla="*/ 2 h 46"/>
                <a:gd name="T18" fmla="*/ 13 w 45"/>
                <a:gd name="T19" fmla="*/ 5 h 46"/>
                <a:gd name="T20" fmla="*/ 37 w 45"/>
                <a:gd name="T21" fmla="*/ 5 h 46"/>
                <a:gd name="T22" fmla="*/ 1 w 45"/>
                <a:gd name="T23" fmla="*/ 41 h 46"/>
                <a:gd name="T24" fmla="*/ 0 w 45"/>
                <a:gd name="T25" fmla="*/ 43 h 46"/>
                <a:gd name="T26" fmla="*/ 1 w 45"/>
                <a:gd name="T27" fmla="*/ 45 h 46"/>
                <a:gd name="T28" fmla="*/ 4 w 45"/>
                <a:gd name="T2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4" y="45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3"/>
                    <a:pt x="41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" y="46"/>
                    <a:pt x="3" y="46"/>
                    <a:pt x="4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7" name="Freeform 114">
              <a:extLst>
                <a:ext uri="{FF2B5EF4-FFF2-40B4-BE49-F238E27FC236}">
                  <a16:creationId xmlns:a16="http://schemas.microsoft.com/office/drawing/2014/main" id="{B35D2BA3-7796-403D-AC58-C4B677F0A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540004"/>
              <a:ext cx="169863" cy="169863"/>
            </a:xfrm>
            <a:custGeom>
              <a:avLst/>
              <a:gdLst>
                <a:gd name="T0" fmla="*/ 41 w 45"/>
                <a:gd name="T1" fmla="*/ 1 h 45"/>
                <a:gd name="T2" fmla="*/ 5 w 45"/>
                <a:gd name="T3" fmla="*/ 37 h 45"/>
                <a:gd name="T4" fmla="*/ 5 w 45"/>
                <a:gd name="T5" fmla="*/ 13 h 45"/>
                <a:gd name="T6" fmla="*/ 2 w 45"/>
                <a:gd name="T7" fmla="*/ 11 h 45"/>
                <a:gd name="T8" fmla="*/ 0 w 45"/>
                <a:gd name="T9" fmla="*/ 13 h 45"/>
                <a:gd name="T10" fmla="*/ 0 w 45"/>
                <a:gd name="T11" fmla="*/ 43 h 45"/>
                <a:gd name="T12" fmla="*/ 2 w 45"/>
                <a:gd name="T13" fmla="*/ 45 h 45"/>
                <a:gd name="T14" fmla="*/ 32 w 45"/>
                <a:gd name="T15" fmla="*/ 45 h 45"/>
                <a:gd name="T16" fmla="*/ 34 w 45"/>
                <a:gd name="T17" fmla="*/ 43 h 45"/>
                <a:gd name="T18" fmla="*/ 32 w 45"/>
                <a:gd name="T19" fmla="*/ 41 h 45"/>
                <a:gd name="T20" fmla="*/ 8 w 45"/>
                <a:gd name="T21" fmla="*/ 41 h 45"/>
                <a:gd name="T22" fmla="*/ 44 w 45"/>
                <a:gd name="T23" fmla="*/ 4 h 45"/>
                <a:gd name="T24" fmla="*/ 45 w 45"/>
                <a:gd name="T25" fmla="*/ 2 h 45"/>
                <a:gd name="T26" fmla="*/ 44 w 45"/>
                <a:gd name="T27" fmla="*/ 1 h 45"/>
                <a:gd name="T28" fmla="*/ 41 w 45"/>
                <a:gd name="T2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1" y="1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4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4"/>
                    <a:pt x="45" y="3"/>
                    <a:pt x="45" y="2"/>
                  </a:cubicBezTo>
                  <a:cubicBezTo>
                    <a:pt x="45" y="2"/>
                    <a:pt x="45" y="1"/>
                    <a:pt x="44" y="1"/>
                  </a:cubicBezTo>
                  <a:cubicBezTo>
                    <a:pt x="44" y="0"/>
                    <a:pt x="42" y="0"/>
                    <a:pt x="41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8" name="Freeform 115">
              <a:extLst>
                <a:ext uri="{FF2B5EF4-FFF2-40B4-BE49-F238E27FC236}">
                  <a16:creationId xmlns:a16="http://schemas.microsoft.com/office/drawing/2014/main" id="{C1D28959-884E-4C7E-BD89-BD02AB9C3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540004"/>
              <a:ext cx="169863" cy="169863"/>
            </a:xfrm>
            <a:custGeom>
              <a:avLst/>
              <a:gdLst>
                <a:gd name="T0" fmla="*/ 43 w 45"/>
                <a:gd name="T1" fmla="*/ 11 h 45"/>
                <a:gd name="T2" fmla="*/ 40 w 45"/>
                <a:gd name="T3" fmla="*/ 13 h 45"/>
                <a:gd name="T4" fmla="*/ 40 w 45"/>
                <a:gd name="T5" fmla="*/ 37 h 45"/>
                <a:gd name="T6" fmla="*/ 4 w 45"/>
                <a:gd name="T7" fmla="*/ 1 h 45"/>
                <a:gd name="T8" fmla="*/ 1 w 45"/>
                <a:gd name="T9" fmla="*/ 1 h 45"/>
                <a:gd name="T10" fmla="*/ 0 w 45"/>
                <a:gd name="T11" fmla="*/ 2 h 45"/>
                <a:gd name="T12" fmla="*/ 1 w 45"/>
                <a:gd name="T13" fmla="*/ 4 h 45"/>
                <a:gd name="T14" fmla="*/ 37 w 45"/>
                <a:gd name="T15" fmla="*/ 41 h 45"/>
                <a:gd name="T16" fmla="*/ 13 w 45"/>
                <a:gd name="T17" fmla="*/ 41 h 45"/>
                <a:gd name="T18" fmla="*/ 11 w 45"/>
                <a:gd name="T19" fmla="*/ 43 h 45"/>
                <a:gd name="T20" fmla="*/ 13 w 45"/>
                <a:gd name="T21" fmla="*/ 45 h 45"/>
                <a:gd name="T22" fmla="*/ 43 w 45"/>
                <a:gd name="T23" fmla="*/ 45 h 45"/>
                <a:gd name="T24" fmla="*/ 45 w 45"/>
                <a:gd name="T25" fmla="*/ 43 h 45"/>
                <a:gd name="T26" fmla="*/ 45 w 45"/>
                <a:gd name="T27" fmla="*/ 13 h 45"/>
                <a:gd name="T28" fmla="*/ 43 w 45"/>
                <a:gd name="T29" fmla="*/ 1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11"/>
                  </a:moveTo>
                  <a:cubicBezTo>
                    <a:pt x="41" y="11"/>
                    <a:pt x="40" y="12"/>
                    <a:pt x="40" y="13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1"/>
                    <a:pt x="11" y="42"/>
                    <a:pt x="11" y="43"/>
                  </a:cubicBezTo>
                  <a:cubicBezTo>
                    <a:pt x="11" y="44"/>
                    <a:pt x="12" y="45"/>
                    <a:pt x="1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5"/>
                    <a:pt x="45" y="44"/>
                    <a:pt x="45" y="4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2"/>
                    <a:pt x="44" y="11"/>
                    <a:pt x="43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9" name="Freeform 116">
              <a:extLst>
                <a:ext uri="{FF2B5EF4-FFF2-40B4-BE49-F238E27FC236}">
                  <a16:creationId xmlns:a16="http://schemas.microsoft.com/office/drawing/2014/main" id="{D2FECB05-BDFF-4637-BCA6-042FB80DF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228854"/>
              <a:ext cx="169863" cy="173038"/>
            </a:xfrm>
            <a:custGeom>
              <a:avLst/>
              <a:gdLst>
                <a:gd name="T0" fmla="*/ 8 w 45"/>
                <a:gd name="T1" fmla="*/ 5 h 46"/>
                <a:gd name="T2" fmla="*/ 32 w 45"/>
                <a:gd name="T3" fmla="*/ 5 h 46"/>
                <a:gd name="T4" fmla="*/ 34 w 45"/>
                <a:gd name="T5" fmla="*/ 2 h 46"/>
                <a:gd name="T6" fmla="*/ 32 w 45"/>
                <a:gd name="T7" fmla="*/ 0 h 46"/>
                <a:gd name="T8" fmla="*/ 2 w 45"/>
                <a:gd name="T9" fmla="*/ 0 h 46"/>
                <a:gd name="T10" fmla="*/ 0 w 45"/>
                <a:gd name="T11" fmla="*/ 2 h 46"/>
                <a:gd name="T12" fmla="*/ 0 w 45"/>
                <a:gd name="T13" fmla="*/ 32 h 46"/>
                <a:gd name="T14" fmla="*/ 2 w 45"/>
                <a:gd name="T15" fmla="*/ 34 h 46"/>
                <a:gd name="T16" fmla="*/ 5 w 45"/>
                <a:gd name="T17" fmla="*/ 32 h 46"/>
                <a:gd name="T18" fmla="*/ 5 w 45"/>
                <a:gd name="T19" fmla="*/ 8 h 46"/>
                <a:gd name="T20" fmla="*/ 41 w 45"/>
                <a:gd name="T21" fmla="*/ 45 h 46"/>
                <a:gd name="T22" fmla="*/ 44 w 45"/>
                <a:gd name="T23" fmla="*/ 45 h 46"/>
                <a:gd name="T24" fmla="*/ 45 w 45"/>
                <a:gd name="T25" fmla="*/ 43 h 46"/>
                <a:gd name="T26" fmla="*/ 44 w 45"/>
                <a:gd name="T27" fmla="*/ 41 h 46"/>
                <a:gd name="T28" fmla="*/ 8 w 45"/>
                <a:gd name="T29" fmla="*/ 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8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4" y="34"/>
                    <a:pt x="5" y="33"/>
                    <a:pt x="5" y="32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2" y="46"/>
                    <a:pt x="44" y="46"/>
                    <a:pt x="44" y="45"/>
                  </a:cubicBezTo>
                  <a:cubicBezTo>
                    <a:pt x="45" y="44"/>
                    <a:pt x="45" y="44"/>
                    <a:pt x="45" y="43"/>
                  </a:cubicBezTo>
                  <a:cubicBezTo>
                    <a:pt x="45" y="42"/>
                    <a:pt x="45" y="42"/>
                    <a:pt x="44" y="4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138031F-FDB6-4E53-A27A-EB83080EF0D4}"/>
              </a:ext>
            </a:extLst>
          </p:cNvPr>
          <p:cNvGrpSpPr/>
          <p:nvPr userDrawn="1"/>
        </p:nvGrpSpPr>
        <p:grpSpPr>
          <a:xfrm>
            <a:off x="4482835" y="2175193"/>
            <a:ext cx="360000" cy="360000"/>
            <a:chOff x="6334127" y="2228854"/>
            <a:chExt cx="481013" cy="481013"/>
          </a:xfrm>
          <a:solidFill>
            <a:schemeClr val="bg1"/>
          </a:solidFill>
        </p:grpSpPr>
        <p:sp>
          <p:nvSpPr>
            <p:cNvPr id="31" name="Freeform 113">
              <a:extLst>
                <a:ext uri="{FF2B5EF4-FFF2-40B4-BE49-F238E27FC236}">
                  <a16:creationId xmlns:a16="http://schemas.microsoft.com/office/drawing/2014/main" id="{5DAAE761-1C8A-4DEE-B80B-46FBECF16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228854"/>
              <a:ext cx="169863" cy="173038"/>
            </a:xfrm>
            <a:custGeom>
              <a:avLst/>
              <a:gdLst>
                <a:gd name="T0" fmla="*/ 4 w 45"/>
                <a:gd name="T1" fmla="*/ 45 h 46"/>
                <a:gd name="T2" fmla="*/ 40 w 45"/>
                <a:gd name="T3" fmla="*/ 8 h 46"/>
                <a:gd name="T4" fmla="*/ 40 w 45"/>
                <a:gd name="T5" fmla="*/ 32 h 46"/>
                <a:gd name="T6" fmla="*/ 43 w 45"/>
                <a:gd name="T7" fmla="*/ 34 h 46"/>
                <a:gd name="T8" fmla="*/ 45 w 45"/>
                <a:gd name="T9" fmla="*/ 32 h 46"/>
                <a:gd name="T10" fmla="*/ 45 w 45"/>
                <a:gd name="T11" fmla="*/ 2 h 46"/>
                <a:gd name="T12" fmla="*/ 43 w 45"/>
                <a:gd name="T13" fmla="*/ 0 h 46"/>
                <a:gd name="T14" fmla="*/ 13 w 45"/>
                <a:gd name="T15" fmla="*/ 0 h 46"/>
                <a:gd name="T16" fmla="*/ 11 w 45"/>
                <a:gd name="T17" fmla="*/ 2 h 46"/>
                <a:gd name="T18" fmla="*/ 13 w 45"/>
                <a:gd name="T19" fmla="*/ 5 h 46"/>
                <a:gd name="T20" fmla="*/ 37 w 45"/>
                <a:gd name="T21" fmla="*/ 5 h 46"/>
                <a:gd name="T22" fmla="*/ 1 w 45"/>
                <a:gd name="T23" fmla="*/ 41 h 46"/>
                <a:gd name="T24" fmla="*/ 0 w 45"/>
                <a:gd name="T25" fmla="*/ 43 h 46"/>
                <a:gd name="T26" fmla="*/ 1 w 45"/>
                <a:gd name="T27" fmla="*/ 45 h 46"/>
                <a:gd name="T28" fmla="*/ 4 w 45"/>
                <a:gd name="T2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4" y="45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3"/>
                    <a:pt x="41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" y="46"/>
                    <a:pt x="3" y="46"/>
                    <a:pt x="4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2" name="Freeform 114">
              <a:extLst>
                <a:ext uri="{FF2B5EF4-FFF2-40B4-BE49-F238E27FC236}">
                  <a16:creationId xmlns:a16="http://schemas.microsoft.com/office/drawing/2014/main" id="{B35D2BA3-7796-403D-AC58-C4B677F0A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540004"/>
              <a:ext cx="169863" cy="169863"/>
            </a:xfrm>
            <a:custGeom>
              <a:avLst/>
              <a:gdLst>
                <a:gd name="T0" fmla="*/ 41 w 45"/>
                <a:gd name="T1" fmla="*/ 1 h 45"/>
                <a:gd name="T2" fmla="*/ 5 w 45"/>
                <a:gd name="T3" fmla="*/ 37 h 45"/>
                <a:gd name="T4" fmla="*/ 5 w 45"/>
                <a:gd name="T5" fmla="*/ 13 h 45"/>
                <a:gd name="T6" fmla="*/ 2 w 45"/>
                <a:gd name="T7" fmla="*/ 11 h 45"/>
                <a:gd name="T8" fmla="*/ 0 w 45"/>
                <a:gd name="T9" fmla="*/ 13 h 45"/>
                <a:gd name="T10" fmla="*/ 0 w 45"/>
                <a:gd name="T11" fmla="*/ 43 h 45"/>
                <a:gd name="T12" fmla="*/ 2 w 45"/>
                <a:gd name="T13" fmla="*/ 45 h 45"/>
                <a:gd name="T14" fmla="*/ 32 w 45"/>
                <a:gd name="T15" fmla="*/ 45 h 45"/>
                <a:gd name="T16" fmla="*/ 34 w 45"/>
                <a:gd name="T17" fmla="*/ 43 h 45"/>
                <a:gd name="T18" fmla="*/ 32 w 45"/>
                <a:gd name="T19" fmla="*/ 41 h 45"/>
                <a:gd name="T20" fmla="*/ 8 w 45"/>
                <a:gd name="T21" fmla="*/ 41 h 45"/>
                <a:gd name="T22" fmla="*/ 44 w 45"/>
                <a:gd name="T23" fmla="*/ 4 h 45"/>
                <a:gd name="T24" fmla="*/ 45 w 45"/>
                <a:gd name="T25" fmla="*/ 2 h 45"/>
                <a:gd name="T26" fmla="*/ 44 w 45"/>
                <a:gd name="T27" fmla="*/ 1 h 45"/>
                <a:gd name="T28" fmla="*/ 41 w 45"/>
                <a:gd name="T2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1" y="1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4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4"/>
                    <a:pt x="45" y="3"/>
                    <a:pt x="45" y="2"/>
                  </a:cubicBezTo>
                  <a:cubicBezTo>
                    <a:pt x="45" y="2"/>
                    <a:pt x="45" y="1"/>
                    <a:pt x="44" y="1"/>
                  </a:cubicBezTo>
                  <a:cubicBezTo>
                    <a:pt x="44" y="0"/>
                    <a:pt x="42" y="0"/>
                    <a:pt x="41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3" name="Freeform 115">
              <a:extLst>
                <a:ext uri="{FF2B5EF4-FFF2-40B4-BE49-F238E27FC236}">
                  <a16:creationId xmlns:a16="http://schemas.microsoft.com/office/drawing/2014/main" id="{C1D28959-884E-4C7E-BD89-BD02AB9C3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540004"/>
              <a:ext cx="169863" cy="169863"/>
            </a:xfrm>
            <a:custGeom>
              <a:avLst/>
              <a:gdLst>
                <a:gd name="T0" fmla="*/ 43 w 45"/>
                <a:gd name="T1" fmla="*/ 11 h 45"/>
                <a:gd name="T2" fmla="*/ 40 w 45"/>
                <a:gd name="T3" fmla="*/ 13 h 45"/>
                <a:gd name="T4" fmla="*/ 40 w 45"/>
                <a:gd name="T5" fmla="*/ 37 h 45"/>
                <a:gd name="T6" fmla="*/ 4 w 45"/>
                <a:gd name="T7" fmla="*/ 1 h 45"/>
                <a:gd name="T8" fmla="*/ 1 w 45"/>
                <a:gd name="T9" fmla="*/ 1 h 45"/>
                <a:gd name="T10" fmla="*/ 0 w 45"/>
                <a:gd name="T11" fmla="*/ 2 h 45"/>
                <a:gd name="T12" fmla="*/ 1 w 45"/>
                <a:gd name="T13" fmla="*/ 4 h 45"/>
                <a:gd name="T14" fmla="*/ 37 w 45"/>
                <a:gd name="T15" fmla="*/ 41 h 45"/>
                <a:gd name="T16" fmla="*/ 13 w 45"/>
                <a:gd name="T17" fmla="*/ 41 h 45"/>
                <a:gd name="T18" fmla="*/ 11 w 45"/>
                <a:gd name="T19" fmla="*/ 43 h 45"/>
                <a:gd name="T20" fmla="*/ 13 w 45"/>
                <a:gd name="T21" fmla="*/ 45 h 45"/>
                <a:gd name="T22" fmla="*/ 43 w 45"/>
                <a:gd name="T23" fmla="*/ 45 h 45"/>
                <a:gd name="T24" fmla="*/ 45 w 45"/>
                <a:gd name="T25" fmla="*/ 43 h 45"/>
                <a:gd name="T26" fmla="*/ 45 w 45"/>
                <a:gd name="T27" fmla="*/ 13 h 45"/>
                <a:gd name="T28" fmla="*/ 43 w 45"/>
                <a:gd name="T29" fmla="*/ 1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11"/>
                  </a:moveTo>
                  <a:cubicBezTo>
                    <a:pt x="41" y="11"/>
                    <a:pt x="40" y="12"/>
                    <a:pt x="40" y="13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1"/>
                    <a:pt x="11" y="42"/>
                    <a:pt x="11" y="43"/>
                  </a:cubicBezTo>
                  <a:cubicBezTo>
                    <a:pt x="11" y="44"/>
                    <a:pt x="12" y="45"/>
                    <a:pt x="1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5"/>
                    <a:pt x="45" y="44"/>
                    <a:pt x="45" y="4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2"/>
                    <a:pt x="44" y="11"/>
                    <a:pt x="43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4" name="Freeform 116">
              <a:extLst>
                <a:ext uri="{FF2B5EF4-FFF2-40B4-BE49-F238E27FC236}">
                  <a16:creationId xmlns:a16="http://schemas.microsoft.com/office/drawing/2014/main" id="{D2FECB05-BDFF-4637-BCA6-042FB80DF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228854"/>
              <a:ext cx="169863" cy="173038"/>
            </a:xfrm>
            <a:custGeom>
              <a:avLst/>
              <a:gdLst>
                <a:gd name="T0" fmla="*/ 8 w 45"/>
                <a:gd name="T1" fmla="*/ 5 h 46"/>
                <a:gd name="T2" fmla="*/ 32 w 45"/>
                <a:gd name="T3" fmla="*/ 5 h 46"/>
                <a:gd name="T4" fmla="*/ 34 w 45"/>
                <a:gd name="T5" fmla="*/ 2 h 46"/>
                <a:gd name="T6" fmla="*/ 32 w 45"/>
                <a:gd name="T7" fmla="*/ 0 h 46"/>
                <a:gd name="T8" fmla="*/ 2 w 45"/>
                <a:gd name="T9" fmla="*/ 0 h 46"/>
                <a:gd name="T10" fmla="*/ 0 w 45"/>
                <a:gd name="T11" fmla="*/ 2 h 46"/>
                <a:gd name="T12" fmla="*/ 0 w 45"/>
                <a:gd name="T13" fmla="*/ 32 h 46"/>
                <a:gd name="T14" fmla="*/ 2 w 45"/>
                <a:gd name="T15" fmla="*/ 34 h 46"/>
                <a:gd name="T16" fmla="*/ 5 w 45"/>
                <a:gd name="T17" fmla="*/ 32 h 46"/>
                <a:gd name="T18" fmla="*/ 5 w 45"/>
                <a:gd name="T19" fmla="*/ 8 h 46"/>
                <a:gd name="T20" fmla="*/ 41 w 45"/>
                <a:gd name="T21" fmla="*/ 45 h 46"/>
                <a:gd name="T22" fmla="*/ 44 w 45"/>
                <a:gd name="T23" fmla="*/ 45 h 46"/>
                <a:gd name="T24" fmla="*/ 45 w 45"/>
                <a:gd name="T25" fmla="*/ 43 h 46"/>
                <a:gd name="T26" fmla="*/ 44 w 45"/>
                <a:gd name="T27" fmla="*/ 41 h 46"/>
                <a:gd name="T28" fmla="*/ 8 w 45"/>
                <a:gd name="T29" fmla="*/ 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8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4" y="34"/>
                    <a:pt x="5" y="33"/>
                    <a:pt x="5" y="32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2" y="46"/>
                    <a:pt x="44" y="46"/>
                    <a:pt x="44" y="45"/>
                  </a:cubicBezTo>
                  <a:cubicBezTo>
                    <a:pt x="45" y="44"/>
                    <a:pt x="45" y="44"/>
                    <a:pt x="45" y="43"/>
                  </a:cubicBezTo>
                  <a:cubicBezTo>
                    <a:pt x="45" y="42"/>
                    <a:pt x="45" y="42"/>
                    <a:pt x="44" y="4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138031F-FDB6-4E53-A27A-EB83080EF0D4}"/>
              </a:ext>
            </a:extLst>
          </p:cNvPr>
          <p:cNvGrpSpPr/>
          <p:nvPr userDrawn="1"/>
        </p:nvGrpSpPr>
        <p:grpSpPr>
          <a:xfrm>
            <a:off x="8263035" y="2228064"/>
            <a:ext cx="360000" cy="360000"/>
            <a:chOff x="6334127" y="2228854"/>
            <a:chExt cx="481013" cy="481013"/>
          </a:xfrm>
          <a:solidFill>
            <a:schemeClr val="bg1"/>
          </a:solidFill>
        </p:grpSpPr>
        <p:sp>
          <p:nvSpPr>
            <p:cNvPr id="36" name="Freeform 113">
              <a:extLst>
                <a:ext uri="{FF2B5EF4-FFF2-40B4-BE49-F238E27FC236}">
                  <a16:creationId xmlns:a16="http://schemas.microsoft.com/office/drawing/2014/main" id="{5DAAE761-1C8A-4DEE-B80B-46FBECF16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228854"/>
              <a:ext cx="169863" cy="173038"/>
            </a:xfrm>
            <a:custGeom>
              <a:avLst/>
              <a:gdLst>
                <a:gd name="T0" fmla="*/ 4 w 45"/>
                <a:gd name="T1" fmla="*/ 45 h 46"/>
                <a:gd name="T2" fmla="*/ 40 w 45"/>
                <a:gd name="T3" fmla="*/ 8 h 46"/>
                <a:gd name="T4" fmla="*/ 40 w 45"/>
                <a:gd name="T5" fmla="*/ 32 h 46"/>
                <a:gd name="T6" fmla="*/ 43 w 45"/>
                <a:gd name="T7" fmla="*/ 34 h 46"/>
                <a:gd name="T8" fmla="*/ 45 w 45"/>
                <a:gd name="T9" fmla="*/ 32 h 46"/>
                <a:gd name="T10" fmla="*/ 45 w 45"/>
                <a:gd name="T11" fmla="*/ 2 h 46"/>
                <a:gd name="T12" fmla="*/ 43 w 45"/>
                <a:gd name="T13" fmla="*/ 0 h 46"/>
                <a:gd name="T14" fmla="*/ 13 w 45"/>
                <a:gd name="T15" fmla="*/ 0 h 46"/>
                <a:gd name="T16" fmla="*/ 11 w 45"/>
                <a:gd name="T17" fmla="*/ 2 h 46"/>
                <a:gd name="T18" fmla="*/ 13 w 45"/>
                <a:gd name="T19" fmla="*/ 5 h 46"/>
                <a:gd name="T20" fmla="*/ 37 w 45"/>
                <a:gd name="T21" fmla="*/ 5 h 46"/>
                <a:gd name="T22" fmla="*/ 1 w 45"/>
                <a:gd name="T23" fmla="*/ 41 h 46"/>
                <a:gd name="T24" fmla="*/ 0 w 45"/>
                <a:gd name="T25" fmla="*/ 43 h 46"/>
                <a:gd name="T26" fmla="*/ 1 w 45"/>
                <a:gd name="T27" fmla="*/ 45 h 46"/>
                <a:gd name="T28" fmla="*/ 4 w 45"/>
                <a:gd name="T2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4" y="45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3"/>
                    <a:pt x="41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" y="46"/>
                    <a:pt x="3" y="46"/>
                    <a:pt x="4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7" name="Freeform 114">
              <a:extLst>
                <a:ext uri="{FF2B5EF4-FFF2-40B4-BE49-F238E27FC236}">
                  <a16:creationId xmlns:a16="http://schemas.microsoft.com/office/drawing/2014/main" id="{B35D2BA3-7796-403D-AC58-C4B677F0A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540004"/>
              <a:ext cx="169863" cy="169863"/>
            </a:xfrm>
            <a:custGeom>
              <a:avLst/>
              <a:gdLst>
                <a:gd name="T0" fmla="*/ 41 w 45"/>
                <a:gd name="T1" fmla="*/ 1 h 45"/>
                <a:gd name="T2" fmla="*/ 5 w 45"/>
                <a:gd name="T3" fmla="*/ 37 h 45"/>
                <a:gd name="T4" fmla="*/ 5 w 45"/>
                <a:gd name="T5" fmla="*/ 13 h 45"/>
                <a:gd name="T6" fmla="*/ 2 w 45"/>
                <a:gd name="T7" fmla="*/ 11 h 45"/>
                <a:gd name="T8" fmla="*/ 0 w 45"/>
                <a:gd name="T9" fmla="*/ 13 h 45"/>
                <a:gd name="T10" fmla="*/ 0 w 45"/>
                <a:gd name="T11" fmla="*/ 43 h 45"/>
                <a:gd name="T12" fmla="*/ 2 w 45"/>
                <a:gd name="T13" fmla="*/ 45 h 45"/>
                <a:gd name="T14" fmla="*/ 32 w 45"/>
                <a:gd name="T15" fmla="*/ 45 h 45"/>
                <a:gd name="T16" fmla="*/ 34 w 45"/>
                <a:gd name="T17" fmla="*/ 43 h 45"/>
                <a:gd name="T18" fmla="*/ 32 w 45"/>
                <a:gd name="T19" fmla="*/ 41 h 45"/>
                <a:gd name="T20" fmla="*/ 8 w 45"/>
                <a:gd name="T21" fmla="*/ 41 h 45"/>
                <a:gd name="T22" fmla="*/ 44 w 45"/>
                <a:gd name="T23" fmla="*/ 4 h 45"/>
                <a:gd name="T24" fmla="*/ 45 w 45"/>
                <a:gd name="T25" fmla="*/ 2 h 45"/>
                <a:gd name="T26" fmla="*/ 44 w 45"/>
                <a:gd name="T27" fmla="*/ 1 h 45"/>
                <a:gd name="T28" fmla="*/ 41 w 45"/>
                <a:gd name="T2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1" y="1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4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4"/>
                    <a:pt x="45" y="3"/>
                    <a:pt x="45" y="2"/>
                  </a:cubicBezTo>
                  <a:cubicBezTo>
                    <a:pt x="45" y="2"/>
                    <a:pt x="45" y="1"/>
                    <a:pt x="44" y="1"/>
                  </a:cubicBezTo>
                  <a:cubicBezTo>
                    <a:pt x="44" y="0"/>
                    <a:pt x="42" y="0"/>
                    <a:pt x="41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8" name="Freeform 115">
              <a:extLst>
                <a:ext uri="{FF2B5EF4-FFF2-40B4-BE49-F238E27FC236}">
                  <a16:creationId xmlns:a16="http://schemas.microsoft.com/office/drawing/2014/main" id="{C1D28959-884E-4C7E-BD89-BD02AB9C3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540004"/>
              <a:ext cx="169863" cy="169863"/>
            </a:xfrm>
            <a:custGeom>
              <a:avLst/>
              <a:gdLst>
                <a:gd name="T0" fmla="*/ 43 w 45"/>
                <a:gd name="T1" fmla="*/ 11 h 45"/>
                <a:gd name="T2" fmla="*/ 40 w 45"/>
                <a:gd name="T3" fmla="*/ 13 h 45"/>
                <a:gd name="T4" fmla="*/ 40 w 45"/>
                <a:gd name="T5" fmla="*/ 37 h 45"/>
                <a:gd name="T6" fmla="*/ 4 w 45"/>
                <a:gd name="T7" fmla="*/ 1 h 45"/>
                <a:gd name="T8" fmla="*/ 1 w 45"/>
                <a:gd name="T9" fmla="*/ 1 h 45"/>
                <a:gd name="T10" fmla="*/ 0 w 45"/>
                <a:gd name="T11" fmla="*/ 2 h 45"/>
                <a:gd name="T12" fmla="*/ 1 w 45"/>
                <a:gd name="T13" fmla="*/ 4 h 45"/>
                <a:gd name="T14" fmla="*/ 37 w 45"/>
                <a:gd name="T15" fmla="*/ 41 h 45"/>
                <a:gd name="T16" fmla="*/ 13 w 45"/>
                <a:gd name="T17" fmla="*/ 41 h 45"/>
                <a:gd name="T18" fmla="*/ 11 w 45"/>
                <a:gd name="T19" fmla="*/ 43 h 45"/>
                <a:gd name="T20" fmla="*/ 13 w 45"/>
                <a:gd name="T21" fmla="*/ 45 h 45"/>
                <a:gd name="T22" fmla="*/ 43 w 45"/>
                <a:gd name="T23" fmla="*/ 45 h 45"/>
                <a:gd name="T24" fmla="*/ 45 w 45"/>
                <a:gd name="T25" fmla="*/ 43 h 45"/>
                <a:gd name="T26" fmla="*/ 45 w 45"/>
                <a:gd name="T27" fmla="*/ 13 h 45"/>
                <a:gd name="T28" fmla="*/ 43 w 45"/>
                <a:gd name="T29" fmla="*/ 1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11"/>
                  </a:moveTo>
                  <a:cubicBezTo>
                    <a:pt x="41" y="11"/>
                    <a:pt x="40" y="12"/>
                    <a:pt x="40" y="13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1"/>
                    <a:pt x="11" y="42"/>
                    <a:pt x="11" y="43"/>
                  </a:cubicBezTo>
                  <a:cubicBezTo>
                    <a:pt x="11" y="44"/>
                    <a:pt x="12" y="45"/>
                    <a:pt x="1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5"/>
                    <a:pt x="45" y="44"/>
                    <a:pt x="45" y="4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2"/>
                    <a:pt x="44" y="11"/>
                    <a:pt x="43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9" name="Freeform 116">
              <a:extLst>
                <a:ext uri="{FF2B5EF4-FFF2-40B4-BE49-F238E27FC236}">
                  <a16:creationId xmlns:a16="http://schemas.microsoft.com/office/drawing/2014/main" id="{D2FECB05-BDFF-4637-BCA6-042FB80DF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228854"/>
              <a:ext cx="169863" cy="173038"/>
            </a:xfrm>
            <a:custGeom>
              <a:avLst/>
              <a:gdLst>
                <a:gd name="T0" fmla="*/ 8 w 45"/>
                <a:gd name="T1" fmla="*/ 5 h 46"/>
                <a:gd name="T2" fmla="*/ 32 w 45"/>
                <a:gd name="T3" fmla="*/ 5 h 46"/>
                <a:gd name="T4" fmla="*/ 34 w 45"/>
                <a:gd name="T5" fmla="*/ 2 h 46"/>
                <a:gd name="T6" fmla="*/ 32 w 45"/>
                <a:gd name="T7" fmla="*/ 0 h 46"/>
                <a:gd name="T8" fmla="*/ 2 w 45"/>
                <a:gd name="T9" fmla="*/ 0 h 46"/>
                <a:gd name="T10" fmla="*/ 0 w 45"/>
                <a:gd name="T11" fmla="*/ 2 h 46"/>
                <a:gd name="T12" fmla="*/ 0 w 45"/>
                <a:gd name="T13" fmla="*/ 32 h 46"/>
                <a:gd name="T14" fmla="*/ 2 w 45"/>
                <a:gd name="T15" fmla="*/ 34 h 46"/>
                <a:gd name="T16" fmla="*/ 5 w 45"/>
                <a:gd name="T17" fmla="*/ 32 h 46"/>
                <a:gd name="T18" fmla="*/ 5 w 45"/>
                <a:gd name="T19" fmla="*/ 8 h 46"/>
                <a:gd name="T20" fmla="*/ 41 w 45"/>
                <a:gd name="T21" fmla="*/ 45 h 46"/>
                <a:gd name="T22" fmla="*/ 44 w 45"/>
                <a:gd name="T23" fmla="*/ 45 h 46"/>
                <a:gd name="T24" fmla="*/ 45 w 45"/>
                <a:gd name="T25" fmla="*/ 43 h 46"/>
                <a:gd name="T26" fmla="*/ 44 w 45"/>
                <a:gd name="T27" fmla="*/ 41 h 46"/>
                <a:gd name="T28" fmla="*/ 8 w 45"/>
                <a:gd name="T29" fmla="*/ 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8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4" y="34"/>
                    <a:pt x="5" y="33"/>
                    <a:pt x="5" y="32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2" y="46"/>
                    <a:pt x="44" y="46"/>
                    <a:pt x="44" y="45"/>
                  </a:cubicBezTo>
                  <a:cubicBezTo>
                    <a:pt x="45" y="44"/>
                    <a:pt x="45" y="44"/>
                    <a:pt x="45" y="43"/>
                  </a:cubicBezTo>
                  <a:cubicBezTo>
                    <a:pt x="45" y="42"/>
                    <a:pt x="45" y="42"/>
                    <a:pt x="44" y="4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41" name="组合 40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6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3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0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2" name="组合 41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4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2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9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7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5" name="内容占位符 2"/>
          <p:cNvSpPr>
            <a:spLocks noGrp="1"/>
          </p:cNvSpPr>
          <p:nvPr>
            <p:ph idx="1"/>
          </p:nvPr>
        </p:nvSpPr>
        <p:spPr>
          <a:xfrm>
            <a:off x="1010726" y="2696200"/>
            <a:ext cx="2850446" cy="3265351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8808EA3-88AC-48E0-8B63-CF0A11088905}"/>
              </a:ext>
            </a:extLst>
          </p:cNvPr>
          <p:cNvSpPr/>
          <p:nvPr userDrawn="1"/>
        </p:nvSpPr>
        <p:spPr>
          <a:xfrm>
            <a:off x="4264808" y="2052819"/>
            <a:ext cx="3499640" cy="4066728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8808EA3-88AC-48E0-8B63-CF0A11088905}"/>
              </a:ext>
            </a:extLst>
          </p:cNvPr>
          <p:cNvSpPr/>
          <p:nvPr userDrawn="1"/>
        </p:nvSpPr>
        <p:spPr>
          <a:xfrm>
            <a:off x="8087998" y="2057412"/>
            <a:ext cx="3499640" cy="4066728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内容占位符 2"/>
          <p:cNvSpPr>
            <a:spLocks noGrp="1"/>
          </p:cNvSpPr>
          <p:nvPr>
            <p:ph idx="13"/>
          </p:nvPr>
        </p:nvSpPr>
        <p:spPr>
          <a:xfrm>
            <a:off x="8623035" y="2704628"/>
            <a:ext cx="2850446" cy="3265351"/>
          </a:xfrm>
        </p:spPr>
        <p:txBody>
          <a:bodyPr>
            <a:norm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9" name="内容占位符 2"/>
          <p:cNvSpPr>
            <a:spLocks noGrp="1"/>
          </p:cNvSpPr>
          <p:nvPr>
            <p:ph idx="14"/>
          </p:nvPr>
        </p:nvSpPr>
        <p:spPr>
          <a:xfrm>
            <a:off x="4779270" y="2704628"/>
            <a:ext cx="2850446" cy="3265351"/>
          </a:xfrm>
        </p:spPr>
        <p:txBody>
          <a:bodyPr>
            <a:norm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78812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Bullet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88808EA3-88AC-48E0-8B63-CF0A11088905}"/>
              </a:ext>
            </a:extLst>
          </p:cNvPr>
          <p:cNvSpPr/>
          <p:nvPr userDrawn="1"/>
        </p:nvSpPr>
        <p:spPr>
          <a:xfrm>
            <a:off x="491869" y="1441622"/>
            <a:ext cx="3499640" cy="4066728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138031F-FDB6-4E53-A27A-EB83080EF0D4}"/>
              </a:ext>
            </a:extLst>
          </p:cNvPr>
          <p:cNvGrpSpPr/>
          <p:nvPr userDrawn="1"/>
        </p:nvGrpSpPr>
        <p:grpSpPr>
          <a:xfrm>
            <a:off x="4408432" y="1626871"/>
            <a:ext cx="360000" cy="360000"/>
            <a:chOff x="6334127" y="2228854"/>
            <a:chExt cx="481013" cy="481013"/>
          </a:xfrm>
          <a:solidFill>
            <a:schemeClr val="bg1"/>
          </a:solidFill>
        </p:grpSpPr>
        <p:sp>
          <p:nvSpPr>
            <p:cNvPr id="31" name="Freeform 113">
              <a:extLst>
                <a:ext uri="{FF2B5EF4-FFF2-40B4-BE49-F238E27FC236}">
                  <a16:creationId xmlns:a16="http://schemas.microsoft.com/office/drawing/2014/main" id="{5DAAE761-1C8A-4DEE-B80B-46FBECF16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228854"/>
              <a:ext cx="169863" cy="173038"/>
            </a:xfrm>
            <a:custGeom>
              <a:avLst/>
              <a:gdLst>
                <a:gd name="T0" fmla="*/ 4 w 45"/>
                <a:gd name="T1" fmla="*/ 45 h 46"/>
                <a:gd name="T2" fmla="*/ 40 w 45"/>
                <a:gd name="T3" fmla="*/ 8 h 46"/>
                <a:gd name="T4" fmla="*/ 40 w 45"/>
                <a:gd name="T5" fmla="*/ 32 h 46"/>
                <a:gd name="T6" fmla="*/ 43 w 45"/>
                <a:gd name="T7" fmla="*/ 34 h 46"/>
                <a:gd name="T8" fmla="*/ 45 w 45"/>
                <a:gd name="T9" fmla="*/ 32 h 46"/>
                <a:gd name="T10" fmla="*/ 45 w 45"/>
                <a:gd name="T11" fmla="*/ 2 h 46"/>
                <a:gd name="T12" fmla="*/ 43 w 45"/>
                <a:gd name="T13" fmla="*/ 0 h 46"/>
                <a:gd name="T14" fmla="*/ 13 w 45"/>
                <a:gd name="T15" fmla="*/ 0 h 46"/>
                <a:gd name="T16" fmla="*/ 11 w 45"/>
                <a:gd name="T17" fmla="*/ 2 h 46"/>
                <a:gd name="T18" fmla="*/ 13 w 45"/>
                <a:gd name="T19" fmla="*/ 5 h 46"/>
                <a:gd name="T20" fmla="*/ 37 w 45"/>
                <a:gd name="T21" fmla="*/ 5 h 46"/>
                <a:gd name="T22" fmla="*/ 1 w 45"/>
                <a:gd name="T23" fmla="*/ 41 h 46"/>
                <a:gd name="T24" fmla="*/ 0 w 45"/>
                <a:gd name="T25" fmla="*/ 43 h 46"/>
                <a:gd name="T26" fmla="*/ 1 w 45"/>
                <a:gd name="T27" fmla="*/ 45 h 46"/>
                <a:gd name="T28" fmla="*/ 4 w 45"/>
                <a:gd name="T2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4" y="45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3"/>
                    <a:pt x="41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" y="46"/>
                    <a:pt x="3" y="46"/>
                    <a:pt x="4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2" name="Freeform 114">
              <a:extLst>
                <a:ext uri="{FF2B5EF4-FFF2-40B4-BE49-F238E27FC236}">
                  <a16:creationId xmlns:a16="http://schemas.microsoft.com/office/drawing/2014/main" id="{B35D2BA3-7796-403D-AC58-C4B677F0A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540004"/>
              <a:ext cx="169863" cy="169863"/>
            </a:xfrm>
            <a:custGeom>
              <a:avLst/>
              <a:gdLst>
                <a:gd name="T0" fmla="*/ 41 w 45"/>
                <a:gd name="T1" fmla="*/ 1 h 45"/>
                <a:gd name="T2" fmla="*/ 5 w 45"/>
                <a:gd name="T3" fmla="*/ 37 h 45"/>
                <a:gd name="T4" fmla="*/ 5 w 45"/>
                <a:gd name="T5" fmla="*/ 13 h 45"/>
                <a:gd name="T6" fmla="*/ 2 w 45"/>
                <a:gd name="T7" fmla="*/ 11 h 45"/>
                <a:gd name="T8" fmla="*/ 0 w 45"/>
                <a:gd name="T9" fmla="*/ 13 h 45"/>
                <a:gd name="T10" fmla="*/ 0 w 45"/>
                <a:gd name="T11" fmla="*/ 43 h 45"/>
                <a:gd name="T12" fmla="*/ 2 w 45"/>
                <a:gd name="T13" fmla="*/ 45 h 45"/>
                <a:gd name="T14" fmla="*/ 32 w 45"/>
                <a:gd name="T15" fmla="*/ 45 h 45"/>
                <a:gd name="T16" fmla="*/ 34 w 45"/>
                <a:gd name="T17" fmla="*/ 43 h 45"/>
                <a:gd name="T18" fmla="*/ 32 w 45"/>
                <a:gd name="T19" fmla="*/ 41 h 45"/>
                <a:gd name="T20" fmla="*/ 8 w 45"/>
                <a:gd name="T21" fmla="*/ 41 h 45"/>
                <a:gd name="T22" fmla="*/ 44 w 45"/>
                <a:gd name="T23" fmla="*/ 4 h 45"/>
                <a:gd name="T24" fmla="*/ 45 w 45"/>
                <a:gd name="T25" fmla="*/ 2 h 45"/>
                <a:gd name="T26" fmla="*/ 44 w 45"/>
                <a:gd name="T27" fmla="*/ 1 h 45"/>
                <a:gd name="T28" fmla="*/ 41 w 45"/>
                <a:gd name="T2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1" y="1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4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4"/>
                    <a:pt x="45" y="3"/>
                    <a:pt x="45" y="2"/>
                  </a:cubicBezTo>
                  <a:cubicBezTo>
                    <a:pt x="45" y="2"/>
                    <a:pt x="45" y="1"/>
                    <a:pt x="44" y="1"/>
                  </a:cubicBezTo>
                  <a:cubicBezTo>
                    <a:pt x="44" y="0"/>
                    <a:pt x="42" y="0"/>
                    <a:pt x="41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3" name="Freeform 115">
              <a:extLst>
                <a:ext uri="{FF2B5EF4-FFF2-40B4-BE49-F238E27FC236}">
                  <a16:creationId xmlns:a16="http://schemas.microsoft.com/office/drawing/2014/main" id="{C1D28959-884E-4C7E-BD89-BD02AB9C3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540004"/>
              <a:ext cx="169863" cy="169863"/>
            </a:xfrm>
            <a:custGeom>
              <a:avLst/>
              <a:gdLst>
                <a:gd name="T0" fmla="*/ 43 w 45"/>
                <a:gd name="T1" fmla="*/ 11 h 45"/>
                <a:gd name="T2" fmla="*/ 40 w 45"/>
                <a:gd name="T3" fmla="*/ 13 h 45"/>
                <a:gd name="T4" fmla="*/ 40 w 45"/>
                <a:gd name="T5" fmla="*/ 37 h 45"/>
                <a:gd name="T6" fmla="*/ 4 w 45"/>
                <a:gd name="T7" fmla="*/ 1 h 45"/>
                <a:gd name="T8" fmla="*/ 1 w 45"/>
                <a:gd name="T9" fmla="*/ 1 h 45"/>
                <a:gd name="T10" fmla="*/ 0 w 45"/>
                <a:gd name="T11" fmla="*/ 2 h 45"/>
                <a:gd name="T12" fmla="*/ 1 w 45"/>
                <a:gd name="T13" fmla="*/ 4 h 45"/>
                <a:gd name="T14" fmla="*/ 37 w 45"/>
                <a:gd name="T15" fmla="*/ 41 h 45"/>
                <a:gd name="T16" fmla="*/ 13 w 45"/>
                <a:gd name="T17" fmla="*/ 41 h 45"/>
                <a:gd name="T18" fmla="*/ 11 w 45"/>
                <a:gd name="T19" fmla="*/ 43 h 45"/>
                <a:gd name="T20" fmla="*/ 13 w 45"/>
                <a:gd name="T21" fmla="*/ 45 h 45"/>
                <a:gd name="T22" fmla="*/ 43 w 45"/>
                <a:gd name="T23" fmla="*/ 45 h 45"/>
                <a:gd name="T24" fmla="*/ 45 w 45"/>
                <a:gd name="T25" fmla="*/ 43 h 45"/>
                <a:gd name="T26" fmla="*/ 45 w 45"/>
                <a:gd name="T27" fmla="*/ 13 h 45"/>
                <a:gd name="T28" fmla="*/ 43 w 45"/>
                <a:gd name="T29" fmla="*/ 1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11"/>
                  </a:moveTo>
                  <a:cubicBezTo>
                    <a:pt x="41" y="11"/>
                    <a:pt x="40" y="12"/>
                    <a:pt x="40" y="13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1"/>
                    <a:pt x="11" y="42"/>
                    <a:pt x="11" y="43"/>
                  </a:cubicBezTo>
                  <a:cubicBezTo>
                    <a:pt x="11" y="44"/>
                    <a:pt x="12" y="45"/>
                    <a:pt x="1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5"/>
                    <a:pt x="45" y="44"/>
                    <a:pt x="45" y="4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2"/>
                    <a:pt x="44" y="11"/>
                    <a:pt x="43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4" name="Freeform 116">
              <a:extLst>
                <a:ext uri="{FF2B5EF4-FFF2-40B4-BE49-F238E27FC236}">
                  <a16:creationId xmlns:a16="http://schemas.microsoft.com/office/drawing/2014/main" id="{D2FECB05-BDFF-4637-BCA6-042FB80DF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228854"/>
              <a:ext cx="169863" cy="173038"/>
            </a:xfrm>
            <a:custGeom>
              <a:avLst/>
              <a:gdLst>
                <a:gd name="T0" fmla="*/ 8 w 45"/>
                <a:gd name="T1" fmla="*/ 5 h 46"/>
                <a:gd name="T2" fmla="*/ 32 w 45"/>
                <a:gd name="T3" fmla="*/ 5 h 46"/>
                <a:gd name="T4" fmla="*/ 34 w 45"/>
                <a:gd name="T5" fmla="*/ 2 h 46"/>
                <a:gd name="T6" fmla="*/ 32 w 45"/>
                <a:gd name="T7" fmla="*/ 0 h 46"/>
                <a:gd name="T8" fmla="*/ 2 w 45"/>
                <a:gd name="T9" fmla="*/ 0 h 46"/>
                <a:gd name="T10" fmla="*/ 0 w 45"/>
                <a:gd name="T11" fmla="*/ 2 h 46"/>
                <a:gd name="T12" fmla="*/ 0 w 45"/>
                <a:gd name="T13" fmla="*/ 32 h 46"/>
                <a:gd name="T14" fmla="*/ 2 w 45"/>
                <a:gd name="T15" fmla="*/ 34 h 46"/>
                <a:gd name="T16" fmla="*/ 5 w 45"/>
                <a:gd name="T17" fmla="*/ 32 h 46"/>
                <a:gd name="T18" fmla="*/ 5 w 45"/>
                <a:gd name="T19" fmla="*/ 8 h 46"/>
                <a:gd name="T20" fmla="*/ 41 w 45"/>
                <a:gd name="T21" fmla="*/ 45 h 46"/>
                <a:gd name="T22" fmla="*/ 44 w 45"/>
                <a:gd name="T23" fmla="*/ 45 h 46"/>
                <a:gd name="T24" fmla="*/ 45 w 45"/>
                <a:gd name="T25" fmla="*/ 43 h 46"/>
                <a:gd name="T26" fmla="*/ 44 w 45"/>
                <a:gd name="T27" fmla="*/ 41 h 46"/>
                <a:gd name="T28" fmla="*/ 8 w 45"/>
                <a:gd name="T29" fmla="*/ 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8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4" y="34"/>
                    <a:pt x="5" y="33"/>
                    <a:pt x="5" y="32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2" y="46"/>
                    <a:pt x="44" y="46"/>
                    <a:pt x="44" y="45"/>
                  </a:cubicBezTo>
                  <a:cubicBezTo>
                    <a:pt x="45" y="44"/>
                    <a:pt x="45" y="44"/>
                    <a:pt x="45" y="43"/>
                  </a:cubicBezTo>
                  <a:cubicBezTo>
                    <a:pt x="45" y="42"/>
                    <a:pt x="45" y="42"/>
                    <a:pt x="44" y="4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138031F-FDB6-4E53-A27A-EB83080EF0D4}"/>
              </a:ext>
            </a:extLst>
          </p:cNvPr>
          <p:cNvGrpSpPr/>
          <p:nvPr userDrawn="1"/>
        </p:nvGrpSpPr>
        <p:grpSpPr>
          <a:xfrm>
            <a:off x="8272050" y="1626871"/>
            <a:ext cx="360000" cy="360000"/>
            <a:chOff x="6334127" y="2228854"/>
            <a:chExt cx="481013" cy="481013"/>
          </a:xfrm>
          <a:solidFill>
            <a:schemeClr val="bg1"/>
          </a:solidFill>
        </p:grpSpPr>
        <p:sp>
          <p:nvSpPr>
            <p:cNvPr id="36" name="Freeform 113">
              <a:extLst>
                <a:ext uri="{FF2B5EF4-FFF2-40B4-BE49-F238E27FC236}">
                  <a16:creationId xmlns:a16="http://schemas.microsoft.com/office/drawing/2014/main" id="{5DAAE761-1C8A-4DEE-B80B-46FBECF16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228854"/>
              <a:ext cx="169863" cy="173038"/>
            </a:xfrm>
            <a:custGeom>
              <a:avLst/>
              <a:gdLst>
                <a:gd name="T0" fmla="*/ 4 w 45"/>
                <a:gd name="T1" fmla="*/ 45 h 46"/>
                <a:gd name="T2" fmla="*/ 40 w 45"/>
                <a:gd name="T3" fmla="*/ 8 h 46"/>
                <a:gd name="T4" fmla="*/ 40 w 45"/>
                <a:gd name="T5" fmla="*/ 32 h 46"/>
                <a:gd name="T6" fmla="*/ 43 w 45"/>
                <a:gd name="T7" fmla="*/ 34 h 46"/>
                <a:gd name="T8" fmla="*/ 45 w 45"/>
                <a:gd name="T9" fmla="*/ 32 h 46"/>
                <a:gd name="T10" fmla="*/ 45 w 45"/>
                <a:gd name="T11" fmla="*/ 2 h 46"/>
                <a:gd name="T12" fmla="*/ 43 w 45"/>
                <a:gd name="T13" fmla="*/ 0 h 46"/>
                <a:gd name="T14" fmla="*/ 13 w 45"/>
                <a:gd name="T15" fmla="*/ 0 h 46"/>
                <a:gd name="T16" fmla="*/ 11 w 45"/>
                <a:gd name="T17" fmla="*/ 2 h 46"/>
                <a:gd name="T18" fmla="*/ 13 w 45"/>
                <a:gd name="T19" fmla="*/ 5 h 46"/>
                <a:gd name="T20" fmla="*/ 37 w 45"/>
                <a:gd name="T21" fmla="*/ 5 h 46"/>
                <a:gd name="T22" fmla="*/ 1 w 45"/>
                <a:gd name="T23" fmla="*/ 41 h 46"/>
                <a:gd name="T24" fmla="*/ 0 w 45"/>
                <a:gd name="T25" fmla="*/ 43 h 46"/>
                <a:gd name="T26" fmla="*/ 1 w 45"/>
                <a:gd name="T27" fmla="*/ 45 h 46"/>
                <a:gd name="T28" fmla="*/ 4 w 45"/>
                <a:gd name="T29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4" y="45"/>
                  </a:moveTo>
                  <a:cubicBezTo>
                    <a:pt x="40" y="8"/>
                    <a:pt x="40" y="8"/>
                    <a:pt x="40" y="8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3"/>
                    <a:pt x="41" y="34"/>
                    <a:pt x="43" y="34"/>
                  </a:cubicBezTo>
                  <a:cubicBezTo>
                    <a:pt x="44" y="34"/>
                    <a:pt x="45" y="33"/>
                    <a:pt x="45" y="3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5" y="1"/>
                    <a:pt x="44" y="0"/>
                    <a:pt x="4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4"/>
                    <a:pt x="12" y="5"/>
                    <a:pt x="13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" y="46"/>
                    <a:pt x="3" y="46"/>
                    <a:pt x="4" y="4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7" name="Freeform 114">
              <a:extLst>
                <a:ext uri="{FF2B5EF4-FFF2-40B4-BE49-F238E27FC236}">
                  <a16:creationId xmlns:a16="http://schemas.microsoft.com/office/drawing/2014/main" id="{B35D2BA3-7796-403D-AC58-C4B677F0A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540004"/>
              <a:ext cx="169863" cy="169863"/>
            </a:xfrm>
            <a:custGeom>
              <a:avLst/>
              <a:gdLst>
                <a:gd name="T0" fmla="*/ 41 w 45"/>
                <a:gd name="T1" fmla="*/ 1 h 45"/>
                <a:gd name="T2" fmla="*/ 5 w 45"/>
                <a:gd name="T3" fmla="*/ 37 h 45"/>
                <a:gd name="T4" fmla="*/ 5 w 45"/>
                <a:gd name="T5" fmla="*/ 13 h 45"/>
                <a:gd name="T6" fmla="*/ 2 w 45"/>
                <a:gd name="T7" fmla="*/ 11 h 45"/>
                <a:gd name="T8" fmla="*/ 0 w 45"/>
                <a:gd name="T9" fmla="*/ 13 h 45"/>
                <a:gd name="T10" fmla="*/ 0 w 45"/>
                <a:gd name="T11" fmla="*/ 43 h 45"/>
                <a:gd name="T12" fmla="*/ 2 w 45"/>
                <a:gd name="T13" fmla="*/ 45 h 45"/>
                <a:gd name="T14" fmla="*/ 32 w 45"/>
                <a:gd name="T15" fmla="*/ 45 h 45"/>
                <a:gd name="T16" fmla="*/ 34 w 45"/>
                <a:gd name="T17" fmla="*/ 43 h 45"/>
                <a:gd name="T18" fmla="*/ 32 w 45"/>
                <a:gd name="T19" fmla="*/ 41 h 45"/>
                <a:gd name="T20" fmla="*/ 8 w 45"/>
                <a:gd name="T21" fmla="*/ 41 h 45"/>
                <a:gd name="T22" fmla="*/ 44 w 45"/>
                <a:gd name="T23" fmla="*/ 4 h 45"/>
                <a:gd name="T24" fmla="*/ 45 w 45"/>
                <a:gd name="T25" fmla="*/ 2 h 45"/>
                <a:gd name="T26" fmla="*/ 44 w 45"/>
                <a:gd name="T27" fmla="*/ 1 h 45"/>
                <a:gd name="T28" fmla="*/ 41 w 45"/>
                <a:gd name="T2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1" y="1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4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1" y="45"/>
                    <a:pt x="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4" y="44"/>
                    <a:pt x="34" y="43"/>
                  </a:cubicBezTo>
                  <a:cubicBezTo>
                    <a:pt x="34" y="42"/>
                    <a:pt x="33" y="41"/>
                    <a:pt x="32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5" y="4"/>
                    <a:pt x="45" y="3"/>
                    <a:pt x="45" y="2"/>
                  </a:cubicBezTo>
                  <a:cubicBezTo>
                    <a:pt x="45" y="2"/>
                    <a:pt x="45" y="1"/>
                    <a:pt x="44" y="1"/>
                  </a:cubicBezTo>
                  <a:cubicBezTo>
                    <a:pt x="44" y="0"/>
                    <a:pt x="42" y="0"/>
                    <a:pt x="41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8" name="Freeform 115">
              <a:extLst>
                <a:ext uri="{FF2B5EF4-FFF2-40B4-BE49-F238E27FC236}">
                  <a16:creationId xmlns:a16="http://schemas.microsoft.com/office/drawing/2014/main" id="{C1D28959-884E-4C7E-BD89-BD02AB9C3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5277" y="2540004"/>
              <a:ext cx="169863" cy="169863"/>
            </a:xfrm>
            <a:custGeom>
              <a:avLst/>
              <a:gdLst>
                <a:gd name="T0" fmla="*/ 43 w 45"/>
                <a:gd name="T1" fmla="*/ 11 h 45"/>
                <a:gd name="T2" fmla="*/ 40 w 45"/>
                <a:gd name="T3" fmla="*/ 13 h 45"/>
                <a:gd name="T4" fmla="*/ 40 w 45"/>
                <a:gd name="T5" fmla="*/ 37 h 45"/>
                <a:gd name="T6" fmla="*/ 4 w 45"/>
                <a:gd name="T7" fmla="*/ 1 h 45"/>
                <a:gd name="T8" fmla="*/ 1 w 45"/>
                <a:gd name="T9" fmla="*/ 1 h 45"/>
                <a:gd name="T10" fmla="*/ 0 w 45"/>
                <a:gd name="T11" fmla="*/ 2 h 45"/>
                <a:gd name="T12" fmla="*/ 1 w 45"/>
                <a:gd name="T13" fmla="*/ 4 h 45"/>
                <a:gd name="T14" fmla="*/ 37 w 45"/>
                <a:gd name="T15" fmla="*/ 41 h 45"/>
                <a:gd name="T16" fmla="*/ 13 w 45"/>
                <a:gd name="T17" fmla="*/ 41 h 45"/>
                <a:gd name="T18" fmla="*/ 11 w 45"/>
                <a:gd name="T19" fmla="*/ 43 h 45"/>
                <a:gd name="T20" fmla="*/ 13 w 45"/>
                <a:gd name="T21" fmla="*/ 45 h 45"/>
                <a:gd name="T22" fmla="*/ 43 w 45"/>
                <a:gd name="T23" fmla="*/ 45 h 45"/>
                <a:gd name="T24" fmla="*/ 45 w 45"/>
                <a:gd name="T25" fmla="*/ 43 h 45"/>
                <a:gd name="T26" fmla="*/ 45 w 45"/>
                <a:gd name="T27" fmla="*/ 13 h 45"/>
                <a:gd name="T28" fmla="*/ 43 w 45"/>
                <a:gd name="T29" fmla="*/ 1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5">
                  <a:moveTo>
                    <a:pt x="43" y="11"/>
                  </a:moveTo>
                  <a:cubicBezTo>
                    <a:pt x="41" y="11"/>
                    <a:pt x="40" y="12"/>
                    <a:pt x="40" y="13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2" y="41"/>
                    <a:pt x="11" y="42"/>
                    <a:pt x="11" y="43"/>
                  </a:cubicBezTo>
                  <a:cubicBezTo>
                    <a:pt x="11" y="44"/>
                    <a:pt x="12" y="45"/>
                    <a:pt x="1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5"/>
                    <a:pt x="45" y="44"/>
                    <a:pt x="45" y="4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5" y="12"/>
                    <a:pt x="44" y="11"/>
                    <a:pt x="43" y="1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9" name="Freeform 116">
              <a:extLst>
                <a:ext uri="{FF2B5EF4-FFF2-40B4-BE49-F238E27FC236}">
                  <a16:creationId xmlns:a16="http://schemas.microsoft.com/office/drawing/2014/main" id="{D2FECB05-BDFF-4637-BCA6-042FB80DF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7" y="2228854"/>
              <a:ext cx="169863" cy="173038"/>
            </a:xfrm>
            <a:custGeom>
              <a:avLst/>
              <a:gdLst>
                <a:gd name="T0" fmla="*/ 8 w 45"/>
                <a:gd name="T1" fmla="*/ 5 h 46"/>
                <a:gd name="T2" fmla="*/ 32 w 45"/>
                <a:gd name="T3" fmla="*/ 5 h 46"/>
                <a:gd name="T4" fmla="*/ 34 w 45"/>
                <a:gd name="T5" fmla="*/ 2 h 46"/>
                <a:gd name="T6" fmla="*/ 32 w 45"/>
                <a:gd name="T7" fmla="*/ 0 h 46"/>
                <a:gd name="T8" fmla="*/ 2 w 45"/>
                <a:gd name="T9" fmla="*/ 0 h 46"/>
                <a:gd name="T10" fmla="*/ 0 w 45"/>
                <a:gd name="T11" fmla="*/ 2 h 46"/>
                <a:gd name="T12" fmla="*/ 0 w 45"/>
                <a:gd name="T13" fmla="*/ 32 h 46"/>
                <a:gd name="T14" fmla="*/ 2 w 45"/>
                <a:gd name="T15" fmla="*/ 34 h 46"/>
                <a:gd name="T16" fmla="*/ 5 w 45"/>
                <a:gd name="T17" fmla="*/ 32 h 46"/>
                <a:gd name="T18" fmla="*/ 5 w 45"/>
                <a:gd name="T19" fmla="*/ 8 h 46"/>
                <a:gd name="T20" fmla="*/ 41 w 45"/>
                <a:gd name="T21" fmla="*/ 45 h 46"/>
                <a:gd name="T22" fmla="*/ 44 w 45"/>
                <a:gd name="T23" fmla="*/ 45 h 46"/>
                <a:gd name="T24" fmla="*/ 45 w 45"/>
                <a:gd name="T25" fmla="*/ 43 h 46"/>
                <a:gd name="T26" fmla="*/ 44 w 45"/>
                <a:gd name="T27" fmla="*/ 41 h 46"/>
                <a:gd name="T28" fmla="*/ 8 w 45"/>
                <a:gd name="T29" fmla="*/ 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6">
                  <a:moveTo>
                    <a:pt x="8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4" y="34"/>
                    <a:pt x="5" y="33"/>
                    <a:pt x="5" y="32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2" y="46"/>
                    <a:pt x="44" y="46"/>
                    <a:pt x="44" y="45"/>
                  </a:cubicBezTo>
                  <a:cubicBezTo>
                    <a:pt x="45" y="44"/>
                    <a:pt x="45" y="44"/>
                    <a:pt x="45" y="43"/>
                  </a:cubicBezTo>
                  <a:cubicBezTo>
                    <a:pt x="45" y="42"/>
                    <a:pt x="45" y="42"/>
                    <a:pt x="44" y="4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41" name="组合 40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6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3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0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2" name="组合 41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4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2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9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7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5" name="内容占位符 2"/>
          <p:cNvSpPr>
            <a:spLocks noGrp="1"/>
          </p:cNvSpPr>
          <p:nvPr>
            <p:ph idx="1"/>
          </p:nvPr>
        </p:nvSpPr>
        <p:spPr>
          <a:xfrm>
            <a:off x="996624" y="2155146"/>
            <a:ext cx="2850446" cy="3265351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8808EA3-88AC-48E0-8B63-CF0A11088905}"/>
              </a:ext>
            </a:extLst>
          </p:cNvPr>
          <p:cNvSpPr/>
          <p:nvPr userDrawn="1"/>
        </p:nvSpPr>
        <p:spPr>
          <a:xfrm>
            <a:off x="4271019" y="1437502"/>
            <a:ext cx="3499640" cy="4066728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8808EA3-88AC-48E0-8B63-CF0A11088905}"/>
              </a:ext>
            </a:extLst>
          </p:cNvPr>
          <p:cNvSpPr/>
          <p:nvPr userDrawn="1"/>
        </p:nvSpPr>
        <p:spPr>
          <a:xfrm>
            <a:off x="8087998" y="1450838"/>
            <a:ext cx="3499640" cy="4066728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内容占位符 2"/>
          <p:cNvSpPr>
            <a:spLocks noGrp="1"/>
          </p:cNvSpPr>
          <p:nvPr>
            <p:ph idx="13"/>
          </p:nvPr>
        </p:nvSpPr>
        <p:spPr>
          <a:xfrm>
            <a:off x="8568485" y="2155146"/>
            <a:ext cx="2850446" cy="3265351"/>
          </a:xfrm>
        </p:spPr>
        <p:txBody>
          <a:bodyPr>
            <a:norm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9" name="内容占位符 2"/>
          <p:cNvSpPr>
            <a:spLocks noGrp="1"/>
          </p:cNvSpPr>
          <p:nvPr>
            <p:ph idx="14"/>
          </p:nvPr>
        </p:nvSpPr>
        <p:spPr>
          <a:xfrm>
            <a:off x="4768432" y="2155146"/>
            <a:ext cx="2850446" cy="3265351"/>
          </a:xfrm>
        </p:spPr>
        <p:txBody>
          <a:bodyPr>
            <a:norm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0" name="financial-chart_72334">
            <a:extLst>
              <a:ext uri="{FF2B5EF4-FFF2-40B4-BE49-F238E27FC236}">
                <a16:creationId xmlns:a16="http://schemas.microsoft.com/office/drawing/2014/main" id="{7697E829-4494-480A-BD11-B7F711023B4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62168" y="1475421"/>
            <a:ext cx="609685" cy="608696"/>
          </a:xfrm>
          <a:custGeom>
            <a:avLst/>
            <a:gdLst>
              <a:gd name="connsiteX0" fmla="*/ 282573 w 608697"/>
              <a:gd name="connsiteY0" fmla="*/ 19758 h 607710"/>
              <a:gd name="connsiteX1" fmla="*/ 282573 w 608697"/>
              <a:gd name="connsiteY1" fmla="*/ 294106 h 607710"/>
              <a:gd name="connsiteX2" fmla="*/ 314128 w 608697"/>
              <a:gd name="connsiteY2" fmla="*/ 325615 h 607710"/>
              <a:gd name="connsiteX3" fmla="*/ 588868 w 608697"/>
              <a:gd name="connsiteY3" fmla="*/ 325615 h 607710"/>
              <a:gd name="connsiteX4" fmla="*/ 294583 w 608697"/>
              <a:gd name="connsiteY4" fmla="*/ 607710 h 607710"/>
              <a:gd name="connsiteX5" fmla="*/ 0 w 608697"/>
              <a:gd name="connsiteY5" fmla="*/ 313622 h 607710"/>
              <a:gd name="connsiteX6" fmla="*/ 282573 w 608697"/>
              <a:gd name="connsiteY6" fmla="*/ 19758 h 607710"/>
              <a:gd name="connsiteX7" fmla="*/ 314157 w 608697"/>
              <a:gd name="connsiteY7" fmla="*/ 0 h 607710"/>
              <a:gd name="connsiteX8" fmla="*/ 608697 w 608697"/>
              <a:gd name="connsiteY8" fmla="*/ 294117 h 607710"/>
              <a:gd name="connsiteX9" fmla="*/ 314157 w 608697"/>
              <a:gd name="connsiteY9" fmla="*/ 294117 h 60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8697" h="607710">
                <a:moveTo>
                  <a:pt x="282573" y="19758"/>
                </a:moveTo>
                <a:lnTo>
                  <a:pt x="282573" y="294106"/>
                </a:lnTo>
                <a:cubicBezTo>
                  <a:pt x="282573" y="311537"/>
                  <a:pt x="296747" y="325615"/>
                  <a:pt x="314128" y="325615"/>
                </a:cubicBezTo>
                <a:lnTo>
                  <a:pt x="588868" y="325615"/>
                </a:lnTo>
                <a:cubicBezTo>
                  <a:pt x="582527" y="482492"/>
                  <a:pt x="453176" y="607710"/>
                  <a:pt x="294583" y="607710"/>
                </a:cubicBezTo>
                <a:cubicBezTo>
                  <a:pt x="131887" y="607710"/>
                  <a:pt x="0" y="476086"/>
                  <a:pt x="0" y="313622"/>
                </a:cubicBezTo>
                <a:cubicBezTo>
                  <a:pt x="0" y="155181"/>
                  <a:pt x="125472" y="26015"/>
                  <a:pt x="282573" y="19758"/>
                </a:cubicBezTo>
                <a:close/>
                <a:moveTo>
                  <a:pt x="314157" y="0"/>
                </a:moveTo>
                <a:cubicBezTo>
                  <a:pt x="476829" y="0"/>
                  <a:pt x="608697" y="131637"/>
                  <a:pt x="608697" y="294117"/>
                </a:cubicBezTo>
                <a:lnTo>
                  <a:pt x="314157" y="294117"/>
                </a:lnTo>
                <a:close/>
              </a:path>
            </a:pathLst>
          </a:custGeom>
          <a:solidFill>
            <a:srgbClr val="056F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atom_1734">
            <a:extLst>
              <a:ext uri="{FF2B5EF4-FFF2-40B4-BE49-F238E27FC236}">
                <a16:creationId xmlns:a16="http://schemas.microsoft.com/office/drawing/2014/main" id="{82D4523E-4FF0-4A59-9D29-95A2900C8D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796" y="1475667"/>
            <a:ext cx="609685" cy="608450"/>
          </a:xfrm>
          <a:custGeom>
            <a:avLst/>
            <a:gdLst>
              <a:gd name="connsiteX0" fmla="*/ 224149 w 510715"/>
              <a:gd name="connsiteY0" fmla="*/ 365536 h 509681"/>
              <a:gd name="connsiteX1" fmla="*/ 256434 w 510715"/>
              <a:gd name="connsiteY1" fmla="*/ 365536 h 509681"/>
              <a:gd name="connsiteX2" fmla="*/ 286566 w 510715"/>
              <a:gd name="connsiteY2" fmla="*/ 365536 h 509681"/>
              <a:gd name="connsiteX3" fmla="*/ 256434 w 510715"/>
              <a:gd name="connsiteY3" fmla="*/ 391399 h 509681"/>
              <a:gd name="connsiteX4" fmla="*/ 224149 w 510715"/>
              <a:gd name="connsiteY4" fmla="*/ 365536 h 509681"/>
              <a:gd name="connsiteX5" fmla="*/ 389934 w 510715"/>
              <a:gd name="connsiteY5" fmla="*/ 342086 h 509681"/>
              <a:gd name="connsiteX6" fmla="*/ 366226 w 510715"/>
              <a:gd name="connsiteY6" fmla="*/ 419437 h 509681"/>
              <a:gd name="connsiteX7" fmla="*/ 336052 w 510715"/>
              <a:gd name="connsiteY7" fmla="*/ 425883 h 509681"/>
              <a:gd name="connsiteX8" fmla="*/ 271393 w 510715"/>
              <a:gd name="connsiteY8" fmla="*/ 402248 h 509681"/>
              <a:gd name="connsiteX9" fmla="*/ 312343 w 510715"/>
              <a:gd name="connsiteY9" fmla="*/ 361424 h 509681"/>
              <a:gd name="connsiteX10" fmla="*/ 389934 w 510715"/>
              <a:gd name="connsiteY10" fmla="*/ 342086 h 509681"/>
              <a:gd name="connsiteX11" fmla="*/ 120776 w 510715"/>
              <a:gd name="connsiteY11" fmla="*/ 342086 h 509681"/>
              <a:gd name="connsiteX12" fmla="*/ 198145 w 510715"/>
              <a:gd name="connsiteY12" fmla="*/ 361424 h 509681"/>
              <a:gd name="connsiteX13" fmla="*/ 238978 w 510715"/>
              <a:gd name="connsiteY13" fmla="*/ 402248 h 509681"/>
              <a:gd name="connsiteX14" fmla="*/ 174504 w 510715"/>
              <a:gd name="connsiteY14" fmla="*/ 425883 h 509681"/>
              <a:gd name="connsiteX15" fmla="*/ 144417 w 510715"/>
              <a:gd name="connsiteY15" fmla="*/ 419437 h 509681"/>
              <a:gd name="connsiteX16" fmla="*/ 120776 w 510715"/>
              <a:gd name="connsiteY16" fmla="*/ 342086 h 509681"/>
              <a:gd name="connsiteX17" fmla="*/ 372626 w 510715"/>
              <a:gd name="connsiteY17" fmla="*/ 275186 h 509681"/>
              <a:gd name="connsiteX18" fmla="*/ 385537 w 510715"/>
              <a:gd name="connsiteY18" fmla="*/ 324625 h 509681"/>
              <a:gd name="connsiteX19" fmla="*/ 331741 w 510715"/>
              <a:gd name="connsiteY19" fmla="*/ 339672 h 509681"/>
              <a:gd name="connsiteX20" fmla="*/ 348956 w 510715"/>
              <a:gd name="connsiteY20" fmla="*/ 316027 h 509681"/>
              <a:gd name="connsiteX21" fmla="*/ 372626 w 510715"/>
              <a:gd name="connsiteY21" fmla="*/ 275186 h 509681"/>
              <a:gd name="connsiteX22" fmla="*/ 137828 w 510715"/>
              <a:gd name="connsiteY22" fmla="*/ 275186 h 509681"/>
              <a:gd name="connsiteX23" fmla="*/ 161650 w 510715"/>
              <a:gd name="connsiteY23" fmla="*/ 316027 h 509681"/>
              <a:gd name="connsiteX24" fmla="*/ 178975 w 510715"/>
              <a:gd name="connsiteY24" fmla="*/ 339672 h 509681"/>
              <a:gd name="connsiteX25" fmla="*/ 124834 w 510715"/>
              <a:gd name="connsiteY25" fmla="*/ 324625 h 509681"/>
              <a:gd name="connsiteX26" fmla="*/ 137828 w 510715"/>
              <a:gd name="connsiteY26" fmla="*/ 275186 h 509681"/>
              <a:gd name="connsiteX27" fmla="*/ 256435 w 510715"/>
              <a:gd name="connsiteY27" fmla="*/ 221594 h 509681"/>
              <a:gd name="connsiteX28" fmla="*/ 224118 w 510715"/>
              <a:gd name="connsiteY28" fmla="*/ 253806 h 509681"/>
              <a:gd name="connsiteX29" fmla="*/ 256435 w 510715"/>
              <a:gd name="connsiteY29" fmla="*/ 286017 h 509681"/>
              <a:gd name="connsiteX30" fmla="*/ 286597 w 510715"/>
              <a:gd name="connsiteY30" fmla="*/ 253806 h 509681"/>
              <a:gd name="connsiteX31" fmla="*/ 256435 w 510715"/>
              <a:gd name="connsiteY31" fmla="*/ 221594 h 509681"/>
              <a:gd name="connsiteX32" fmla="*/ 402841 w 510715"/>
              <a:gd name="connsiteY32" fmla="*/ 191389 h 509681"/>
              <a:gd name="connsiteX33" fmla="*/ 454505 w 510715"/>
              <a:gd name="connsiteY33" fmla="*/ 253806 h 509681"/>
              <a:gd name="connsiteX34" fmla="*/ 402841 w 510715"/>
              <a:gd name="connsiteY34" fmla="*/ 316223 h 509681"/>
              <a:gd name="connsiteX35" fmla="*/ 383467 w 510715"/>
              <a:gd name="connsiteY35" fmla="*/ 253806 h 509681"/>
              <a:gd name="connsiteX36" fmla="*/ 402841 w 510715"/>
              <a:gd name="connsiteY36" fmla="*/ 191389 h 509681"/>
              <a:gd name="connsiteX37" fmla="*/ 107780 w 510715"/>
              <a:gd name="connsiteY37" fmla="*/ 191389 h 509681"/>
              <a:gd name="connsiteX38" fmla="*/ 127248 w 510715"/>
              <a:gd name="connsiteY38" fmla="*/ 253806 h 509681"/>
              <a:gd name="connsiteX39" fmla="*/ 107780 w 510715"/>
              <a:gd name="connsiteY39" fmla="*/ 316223 h 509681"/>
              <a:gd name="connsiteX40" fmla="*/ 55865 w 510715"/>
              <a:gd name="connsiteY40" fmla="*/ 253806 h 509681"/>
              <a:gd name="connsiteX41" fmla="*/ 107780 w 510715"/>
              <a:gd name="connsiteY41" fmla="*/ 191389 h 509681"/>
              <a:gd name="connsiteX42" fmla="*/ 331741 w 510715"/>
              <a:gd name="connsiteY42" fmla="*/ 165526 h 509681"/>
              <a:gd name="connsiteX43" fmla="*/ 387951 w 510715"/>
              <a:gd name="connsiteY43" fmla="*/ 182791 h 509681"/>
              <a:gd name="connsiteX44" fmla="*/ 372818 w 510715"/>
              <a:gd name="connsiteY44" fmla="*/ 232426 h 509681"/>
              <a:gd name="connsiteX45" fmla="*/ 349036 w 510715"/>
              <a:gd name="connsiteY45" fmla="*/ 191423 h 509681"/>
              <a:gd name="connsiteX46" fmla="*/ 331741 w 510715"/>
              <a:gd name="connsiteY46" fmla="*/ 165526 h 509681"/>
              <a:gd name="connsiteX47" fmla="*/ 178975 w 510715"/>
              <a:gd name="connsiteY47" fmla="*/ 165526 h 509681"/>
              <a:gd name="connsiteX48" fmla="*/ 161680 w 510715"/>
              <a:gd name="connsiteY48" fmla="*/ 191423 h 509681"/>
              <a:gd name="connsiteX49" fmla="*/ 137899 w 510715"/>
              <a:gd name="connsiteY49" fmla="*/ 232426 h 509681"/>
              <a:gd name="connsiteX50" fmla="*/ 122765 w 510715"/>
              <a:gd name="connsiteY50" fmla="*/ 182791 h 509681"/>
              <a:gd name="connsiteX51" fmla="*/ 178975 w 510715"/>
              <a:gd name="connsiteY51" fmla="*/ 165526 h 509681"/>
              <a:gd name="connsiteX52" fmla="*/ 256435 w 510715"/>
              <a:gd name="connsiteY52" fmla="*/ 159318 h 509681"/>
              <a:gd name="connsiteX53" fmla="*/ 303832 w 510715"/>
              <a:gd name="connsiteY53" fmla="*/ 161465 h 509681"/>
              <a:gd name="connsiteX54" fmla="*/ 333994 w 510715"/>
              <a:gd name="connsiteY54" fmla="*/ 200119 h 509681"/>
              <a:gd name="connsiteX55" fmla="*/ 364156 w 510715"/>
              <a:gd name="connsiteY55" fmla="*/ 253806 h 509681"/>
              <a:gd name="connsiteX56" fmla="*/ 333994 w 510715"/>
              <a:gd name="connsiteY56" fmla="*/ 305344 h 509681"/>
              <a:gd name="connsiteX57" fmla="*/ 303832 w 510715"/>
              <a:gd name="connsiteY57" fmla="*/ 343998 h 509681"/>
              <a:gd name="connsiteX58" fmla="*/ 256435 w 510715"/>
              <a:gd name="connsiteY58" fmla="*/ 348293 h 509681"/>
              <a:gd name="connsiteX59" fmla="*/ 206883 w 510715"/>
              <a:gd name="connsiteY59" fmla="*/ 343998 h 509681"/>
              <a:gd name="connsiteX60" fmla="*/ 176721 w 510715"/>
              <a:gd name="connsiteY60" fmla="*/ 305344 h 509681"/>
              <a:gd name="connsiteX61" fmla="*/ 146559 w 510715"/>
              <a:gd name="connsiteY61" fmla="*/ 253806 h 509681"/>
              <a:gd name="connsiteX62" fmla="*/ 176721 w 510715"/>
              <a:gd name="connsiteY62" fmla="*/ 200119 h 509681"/>
              <a:gd name="connsiteX63" fmla="*/ 206883 w 510715"/>
              <a:gd name="connsiteY63" fmla="*/ 161465 h 509681"/>
              <a:gd name="connsiteX64" fmla="*/ 256435 w 510715"/>
              <a:gd name="connsiteY64" fmla="*/ 159318 h 509681"/>
              <a:gd name="connsiteX65" fmla="*/ 256434 w 510715"/>
              <a:gd name="connsiteY65" fmla="*/ 114144 h 509681"/>
              <a:gd name="connsiteX66" fmla="*/ 286566 w 510715"/>
              <a:gd name="connsiteY66" fmla="*/ 142076 h 509681"/>
              <a:gd name="connsiteX67" fmla="*/ 256434 w 510715"/>
              <a:gd name="connsiteY67" fmla="*/ 142076 h 509681"/>
              <a:gd name="connsiteX68" fmla="*/ 224149 w 510715"/>
              <a:gd name="connsiteY68" fmla="*/ 142076 h 509681"/>
              <a:gd name="connsiteX69" fmla="*/ 256434 w 510715"/>
              <a:gd name="connsiteY69" fmla="*/ 114144 h 509681"/>
              <a:gd name="connsiteX70" fmla="*/ 336052 w 510715"/>
              <a:gd name="connsiteY70" fmla="*/ 79659 h 509681"/>
              <a:gd name="connsiteX71" fmla="*/ 366226 w 510715"/>
              <a:gd name="connsiteY71" fmla="*/ 88246 h 509681"/>
              <a:gd name="connsiteX72" fmla="*/ 389934 w 510715"/>
              <a:gd name="connsiteY72" fmla="*/ 165525 h 509681"/>
              <a:gd name="connsiteX73" fmla="*/ 312343 w 510715"/>
              <a:gd name="connsiteY73" fmla="*/ 144058 h 509681"/>
              <a:gd name="connsiteX74" fmla="*/ 271393 w 510715"/>
              <a:gd name="connsiteY74" fmla="*/ 105419 h 509681"/>
              <a:gd name="connsiteX75" fmla="*/ 336052 w 510715"/>
              <a:gd name="connsiteY75" fmla="*/ 79659 h 509681"/>
              <a:gd name="connsiteX76" fmla="*/ 174504 w 510715"/>
              <a:gd name="connsiteY76" fmla="*/ 79659 h 509681"/>
              <a:gd name="connsiteX77" fmla="*/ 238978 w 510715"/>
              <a:gd name="connsiteY77" fmla="*/ 105419 h 509681"/>
              <a:gd name="connsiteX78" fmla="*/ 198145 w 510715"/>
              <a:gd name="connsiteY78" fmla="*/ 144058 h 509681"/>
              <a:gd name="connsiteX79" fmla="*/ 120776 w 510715"/>
              <a:gd name="connsiteY79" fmla="*/ 165525 h 509681"/>
              <a:gd name="connsiteX80" fmla="*/ 144417 w 510715"/>
              <a:gd name="connsiteY80" fmla="*/ 88246 h 509681"/>
              <a:gd name="connsiteX81" fmla="*/ 174504 w 510715"/>
              <a:gd name="connsiteY81" fmla="*/ 79659 h 509681"/>
              <a:gd name="connsiteX82" fmla="*/ 174548 w 510715"/>
              <a:gd name="connsiteY82" fmla="*/ 62366 h 509681"/>
              <a:gd name="connsiteX83" fmla="*/ 135760 w 510715"/>
              <a:gd name="connsiteY83" fmla="*/ 73119 h 509681"/>
              <a:gd name="connsiteX84" fmla="*/ 103436 w 510715"/>
              <a:gd name="connsiteY84" fmla="*/ 172044 h 509681"/>
              <a:gd name="connsiteX85" fmla="*/ 38789 w 510715"/>
              <a:gd name="connsiteY85" fmla="*/ 253765 h 509681"/>
              <a:gd name="connsiteX86" fmla="*/ 103436 w 510715"/>
              <a:gd name="connsiteY86" fmla="*/ 335486 h 509681"/>
              <a:gd name="connsiteX87" fmla="*/ 135760 w 510715"/>
              <a:gd name="connsiteY87" fmla="*/ 434412 h 509681"/>
              <a:gd name="connsiteX88" fmla="*/ 174548 w 510715"/>
              <a:gd name="connsiteY88" fmla="*/ 445164 h 509681"/>
              <a:gd name="connsiteX89" fmla="*/ 256435 w 510715"/>
              <a:gd name="connsiteY89" fmla="*/ 412906 h 509681"/>
              <a:gd name="connsiteX90" fmla="*/ 336167 w 510715"/>
              <a:gd name="connsiteY90" fmla="*/ 445164 h 509681"/>
              <a:gd name="connsiteX91" fmla="*/ 374955 w 510715"/>
              <a:gd name="connsiteY91" fmla="*/ 434412 h 509681"/>
              <a:gd name="connsiteX92" fmla="*/ 407279 w 510715"/>
              <a:gd name="connsiteY92" fmla="*/ 335486 h 509681"/>
              <a:gd name="connsiteX93" fmla="*/ 471927 w 510715"/>
              <a:gd name="connsiteY93" fmla="*/ 253765 h 509681"/>
              <a:gd name="connsiteX94" fmla="*/ 407279 w 510715"/>
              <a:gd name="connsiteY94" fmla="*/ 172044 h 509681"/>
              <a:gd name="connsiteX95" fmla="*/ 374955 w 510715"/>
              <a:gd name="connsiteY95" fmla="*/ 73119 h 509681"/>
              <a:gd name="connsiteX96" fmla="*/ 336167 w 510715"/>
              <a:gd name="connsiteY96" fmla="*/ 62366 h 509681"/>
              <a:gd name="connsiteX97" fmla="*/ 256435 w 510715"/>
              <a:gd name="connsiteY97" fmla="*/ 92474 h 509681"/>
              <a:gd name="connsiteX98" fmla="*/ 174548 w 510715"/>
              <a:gd name="connsiteY98" fmla="*/ 62366 h 509681"/>
              <a:gd name="connsiteX99" fmla="*/ 256435 w 510715"/>
              <a:gd name="connsiteY99" fmla="*/ 0 h 509681"/>
              <a:gd name="connsiteX100" fmla="*/ 510715 w 510715"/>
              <a:gd name="connsiteY100" fmla="*/ 255916 h 509681"/>
              <a:gd name="connsiteX101" fmla="*/ 256435 w 510715"/>
              <a:gd name="connsiteY101" fmla="*/ 509681 h 509681"/>
              <a:gd name="connsiteX102" fmla="*/ 0 w 510715"/>
              <a:gd name="connsiteY102" fmla="*/ 255916 h 509681"/>
              <a:gd name="connsiteX103" fmla="*/ 256435 w 510715"/>
              <a:gd name="connsiteY103" fmla="*/ 0 h 50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510715" h="509681">
                <a:moveTo>
                  <a:pt x="224149" y="365536"/>
                </a:moveTo>
                <a:cubicBezTo>
                  <a:pt x="234911" y="365536"/>
                  <a:pt x="245672" y="365536"/>
                  <a:pt x="256434" y="365536"/>
                </a:cubicBezTo>
                <a:cubicBezTo>
                  <a:pt x="265043" y="365536"/>
                  <a:pt x="275804" y="365536"/>
                  <a:pt x="286566" y="365536"/>
                </a:cubicBezTo>
                <a:cubicBezTo>
                  <a:pt x="275804" y="374157"/>
                  <a:pt x="265043" y="382778"/>
                  <a:pt x="256434" y="391399"/>
                </a:cubicBezTo>
                <a:cubicBezTo>
                  <a:pt x="245672" y="382778"/>
                  <a:pt x="234911" y="374157"/>
                  <a:pt x="224149" y="365536"/>
                </a:cubicBezTo>
                <a:close/>
                <a:moveTo>
                  <a:pt x="389934" y="342086"/>
                </a:moveTo>
                <a:cubicBezTo>
                  <a:pt x="392089" y="378613"/>
                  <a:pt x="385623" y="406545"/>
                  <a:pt x="366226" y="419437"/>
                </a:cubicBezTo>
                <a:cubicBezTo>
                  <a:pt x="357604" y="423734"/>
                  <a:pt x="348983" y="425883"/>
                  <a:pt x="336052" y="425883"/>
                </a:cubicBezTo>
                <a:cubicBezTo>
                  <a:pt x="316654" y="425883"/>
                  <a:pt x="295101" y="417288"/>
                  <a:pt x="271393" y="402248"/>
                </a:cubicBezTo>
                <a:cubicBezTo>
                  <a:pt x="284325" y="391505"/>
                  <a:pt x="299412" y="376464"/>
                  <a:pt x="312343" y="361424"/>
                </a:cubicBezTo>
                <a:cubicBezTo>
                  <a:pt x="342517" y="357126"/>
                  <a:pt x="366226" y="350681"/>
                  <a:pt x="389934" y="342086"/>
                </a:cubicBezTo>
                <a:close/>
                <a:moveTo>
                  <a:pt x="120776" y="342086"/>
                </a:moveTo>
                <a:cubicBezTo>
                  <a:pt x="144417" y="350681"/>
                  <a:pt x="168057" y="357126"/>
                  <a:pt x="198145" y="361424"/>
                </a:cubicBezTo>
                <a:cubicBezTo>
                  <a:pt x="211039" y="376464"/>
                  <a:pt x="226083" y="391505"/>
                  <a:pt x="238978" y="402248"/>
                </a:cubicBezTo>
                <a:cubicBezTo>
                  <a:pt x="215338" y="417288"/>
                  <a:pt x="193846" y="425883"/>
                  <a:pt x="174504" y="425883"/>
                </a:cubicBezTo>
                <a:cubicBezTo>
                  <a:pt x="161610" y="425883"/>
                  <a:pt x="153013" y="423734"/>
                  <a:pt x="144417" y="419437"/>
                </a:cubicBezTo>
                <a:cubicBezTo>
                  <a:pt x="125074" y="406545"/>
                  <a:pt x="118627" y="378613"/>
                  <a:pt x="120776" y="342086"/>
                </a:cubicBezTo>
                <a:close/>
                <a:moveTo>
                  <a:pt x="372626" y="275186"/>
                </a:moveTo>
                <a:cubicBezTo>
                  <a:pt x="379081" y="292382"/>
                  <a:pt x="383385" y="307429"/>
                  <a:pt x="385537" y="324625"/>
                </a:cubicBezTo>
                <a:cubicBezTo>
                  <a:pt x="370474" y="331074"/>
                  <a:pt x="351108" y="337522"/>
                  <a:pt x="331741" y="339672"/>
                </a:cubicBezTo>
                <a:cubicBezTo>
                  <a:pt x="338197" y="333223"/>
                  <a:pt x="342500" y="324625"/>
                  <a:pt x="348956" y="316027"/>
                </a:cubicBezTo>
                <a:cubicBezTo>
                  <a:pt x="357563" y="303130"/>
                  <a:pt x="366170" y="288083"/>
                  <a:pt x="372626" y="275186"/>
                </a:cubicBezTo>
                <a:close/>
                <a:moveTo>
                  <a:pt x="137828" y="275186"/>
                </a:moveTo>
                <a:cubicBezTo>
                  <a:pt x="144325" y="288083"/>
                  <a:pt x="152987" y="303130"/>
                  <a:pt x="161650" y="316027"/>
                </a:cubicBezTo>
                <a:cubicBezTo>
                  <a:pt x="168147" y="324625"/>
                  <a:pt x="172478" y="333223"/>
                  <a:pt x="178975" y="339672"/>
                </a:cubicBezTo>
                <a:cubicBezTo>
                  <a:pt x="159484" y="337522"/>
                  <a:pt x="139994" y="331074"/>
                  <a:pt x="124834" y="324625"/>
                </a:cubicBezTo>
                <a:cubicBezTo>
                  <a:pt x="127000" y="307429"/>
                  <a:pt x="131331" y="292382"/>
                  <a:pt x="137828" y="275186"/>
                </a:cubicBezTo>
                <a:close/>
                <a:moveTo>
                  <a:pt x="256435" y="221594"/>
                </a:moveTo>
                <a:cubicBezTo>
                  <a:pt x="237045" y="221594"/>
                  <a:pt x="224118" y="236626"/>
                  <a:pt x="224118" y="253806"/>
                </a:cubicBezTo>
                <a:cubicBezTo>
                  <a:pt x="224118" y="270985"/>
                  <a:pt x="237045" y="286017"/>
                  <a:pt x="256435" y="286017"/>
                </a:cubicBezTo>
                <a:cubicBezTo>
                  <a:pt x="273670" y="286017"/>
                  <a:pt x="286597" y="270985"/>
                  <a:pt x="286597" y="253806"/>
                </a:cubicBezTo>
                <a:cubicBezTo>
                  <a:pt x="286597" y="236626"/>
                  <a:pt x="273670" y="221594"/>
                  <a:pt x="256435" y="221594"/>
                </a:cubicBezTo>
                <a:close/>
                <a:moveTo>
                  <a:pt x="402841" y="191389"/>
                </a:moveTo>
                <a:cubicBezTo>
                  <a:pt x="435131" y="208607"/>
                  <a:pt x="454505" y="230131"/>
                  <a:pt x="454505" y="253806"/>
                </a:cubicBezTo>
                <a:cubicBezTo>
                  <a:pt x="454505" y="277481"/>
                  <a:pt x="435131" y="299005"/>
                  <a:pt x="402841" y="316223"/>
                </a:cubicBezTo>
                <a:cubicBezTo>
                  <a:pt x="398536" y="296852"/>
                  <a:pt x="392078" y="275329"/>
                  <a:pt x="383467" y="253806"/>
                </a:cubicBezTo>
                <a:cubicBezTo>
                  <a:pt x="392078" y="232283"/>
                  <a:pt x="398536" y="210760"/>
                  <a:pt x="402841" y="191389"/>
                </a:cubicBezTo>
                <a:close/>
                <a:moveTo>
                  <a:pt x="107780" y="191389"/>
                </a:moveTo>
                <a:cubicBezTo>
                  <a:pt x="112106" y="210760"/>
                  <a:pt x="118596" y="232283"/>
                  <a:pt x="127248" y="253806"/>
                </a:cubicBezTo>
                <a:cubicBezTo>
                  <a:pt x="118596" y="275329"/>
                  <a:pt x="112106" y="296852"/>
                  <a:pt x="107780" y="316223"/>
                </a:cubicBezTo>
                <a:cubicBezTo>
                  <a:pt x="75333" y="299005"/>
                  <a:pt x="55865" y="277481"/>
                  <a:pt x="55865" y="253806"/>
                </a:cubicBezTo>
                <a:cubicBezTo>
                  <a:pt x="55865" y="230131"/>
                  <a:pt x="75333" y="208607"/>
                  <a:pt x="107780" y="191389"/>
                </a:cubicBezTo>
                <a:close/>
                <a:moveTo>
                  <a:pt x="331741" y="165526"/>
                </a:moveTo>
                <a:cubicBezTo>
                  <a:pt x="351198" y="169842"/>
                  <a:pt x="370656" y="176316"/>
                  <a:pt x="387951" y="182791"/>
                </a:cubicBezTo>
                <a:cubicBezTo>
                  <a:pt x="383627" y="197897"/>
                  <a:pt x="379303" y="215161"/>
                  <a:pt x="372818" y="232426"/>
                </a:cubicBezTo>
                <a:cubicBezTo>
                  <a:pt x="366332" y="217320"/>
                  <a:pt x="357684" y="204371"/>
                  <a:pt x="349036" y="191423"/>
                </a:cubicBezTo>
                <a:cubicBezTo>
                  <a:pt x="342551" y="182791"/>
                  <a:pt x="338227" y="174158"/>
                  <a:pt x="331741" y="165526"/>
                </a:cubicBezTo>
                <a:close/>
                <a:moveTo>
                  <a:pt x="178975" y="165526"/>
                </a:moveTo>
                <a:cubicBezTo>
                  <a:pt x="172489" y="174158"/>
                  <a:pt x="168165" y="182791"/>
                  <a:pt x="161680" y="191423"/>
                </a:cubicBezTo>
                <a:cubicBezTo>
                  <a:pt x="153032" y="204371"/>
                  <a:pt x="144384" y="217320"/>
                  <a:pt x="137899" y="232426"/>
                </a:cubicBezTo>
                <a:cubicBezTo>
                  <a:pt x="131413" y="215161"/>
                  <a:pt x="127089" y="197897"/>
                  <a:pt x="122765" y="182791"/>
                </a:cubicBezTo>
                <a:cubicBezTo>
                  <a:pt x="140060" y="176316"/>
                  <a:pt x="159518" y="169842"/>
                  <a:pt x="178975" y="165526"/>
                </a:cubicBezTo>
                <a:close/>
                <a:moveTo>
                  <a:pt x="256435" y="159318"/>
                </a:moveTo>
                <a:cubicBezTo>
                  <a:pt x="271516" y="159318"/>
                  <a:pt x="288751" y="159318"/>
                  <a:pt x="303832" y="161465"/>
                </a:cubicBezTo>
                <a:cubicBezTo>
                  <a:pt x="314604" y="174350"/>
                  <a:pt x="325376" y="187235"/>
                  <a:pt x="333994" y="200119"/>
                </a:cubicBezTo>
                <a:cubicBezTo>
                  <a:pt x="346921" y="219446"/>
                  <a:pt x="355538" y="236626"/>
                  <a:pt x="364156" y="253806"/>
                </a:cubicBezTo>
                <a:cubicBezTo>
                  <a:pt x="355538" y="270985"/>
                  <a:pt x="346921" y="288165"/>
                  <a:pt x="333994" y="305344"/>
                </a:cubicBezTo>
                <a:cubicBezTo>
                  <a:pt x="325376" y="320376"/>
                  <a:pt x="314604" y="333261"/>
                  <a:pt x="303832" y="343998"/>
                </a:cubicBezTo>
                <a:cubicBezTo>
                  <a:pt x="288751" y="346146"/>
                  <a:pt x="271516" y="348293"/>
                  <a:pt x="256435" y="348293"/>
                </a:cubicBezTo>
                <a:cubicBezTo>
                  <a:pt x="239199" y="348293"/>
                  <a:pt x="221964" y="346146"/>
                  <a:pt x="206883" y="343998"/>
                </a:cubicBezTo>
                <a:cubicBezTo>
                  <a:pt x="196111" y="333261"/>
                  <a:pt x="185339" y="320376"/>
                  <a:pt x="176721" y="305344"/>
                </a:cubicBezTo>
                <a:cubicBezTo>
                  <a:pt x="163794" y="288165"/>
                  <a:pt x="155177" y="270985"/>
                  <a:pt x="146559" y="253806"/>
                </a:cubicBezTo>
                <a:cubicBezTo>
                  <a:pt x="155177" y="236626"/>
                  <a:pt x="163794" y="219446"/>
                  <a:pt x="176721" y="200119"/>
                </a:cubicBezTo>
                <a:cubicBezTo>
                  <a:pt x="185339" y="187235"/>
                  <a:pt x="196111" y="174350"/>
                  <a:pt x="206883" y="161465"/>
                </a:cubicBezTo>
                <a:cubicBezTo>
                  <a:pt x="221964" y="159318"/>
                  <a:pt x="239199" y="159318"/>
                  <a:pt x="256435" y="159318"/>
                </a:cubicBezTo>
                <a:close/>
                <a:moveTo>
                  <a:pt x="256434" y="114144"/>
                </a:moveTo>
                <a:cubicBezTo>
                  <a:pt x="265043" y="122738"/>
                  <a:pt x="275804" y="131333"/>
                  <a:pt x="286566" y="142076"/>
                </a:cubicBezTo>
                <a:cubicBezTo>
                  <a:pt x="275804" y="142076"/>
                  <a:pt x="265043" y="142076"/>
                  <a:pt x="256434" y="142076"/>
                </a:cubicBezTo>
                <a:cubicBezTo>
                  <a:pt x="245672" y="142076"/>
                  <a:pt x="234911" y="142076"/>
                  <a:pt x="224149" y="142076"/>
                </a:cubicBezTo>
                <a:cubicBezTo>
                  <a:pt x="234911" y="131333"/>
                  <a:pt x="245672" y="122738"/>
                  <a:pt x="256434" y="114144"/>
                </a:cubicBezTo>
                <a:close/>
                <a:moveTo>
                  <a:pt x="336052" y="79659"/>
                </a:moveTo>
                <a:cubicBezTo>
                  <a:pt x="346828" y="79659"/>
                  <a:pt x="357604" y="83952"/>
                  <a:pt x="366226" y="88246"/>
                </a:cubicBezTo>
                <a:cubicBezTo>
                  <a:pt x="383468" y="101126"/>
                  <a:pt x="392089" y="126885"/>
                  <a:pt x="389934" y="165525"/>
                </a:cubicBezTo>
                <a:cubicBezTo>
                  <a:pt x="366226" y="154792"/>
                  <a:pt x="342517" y="148352"/>
                  <a:pt x="312343" y="144058"/>
                </a:cubicBezTo>
                <a:cubicBezTo>
                  <a:pt x="299412" y="129032"/>
                  <a:pt x="284325" y="116152"/>
                  <a:pt x="271393" y="105419"/>
                </a:cubicBezTo>
                <a:cubicBezTo>
                  <a:pt x="295101" y="88246"/>
                  <a:pt x="316654" y="79659"/>
                  <a:pt x="336052" y="79659"/>
                </a:cubicBezTo>
                <a:close/>
                <a:moveTo>
                  <a:pt x="174504" y="79659"/>
                </a:moveTo>
                <a:cubicBezTo>
                  <a:pt x="193846" y="79659"/>
                  <a:pt x="215338" y="88246"/>
                  <a:pt x="238978" y="105419"/>
                </a:cubicBezTo>
                <a:cubicBezTo>
                  <a:pt x="226083" y="116152"/>
                  <a:pt x="211039" y="129032"/>
                  <a:pt x="198145" y="144058"/>
                </a:cubicBezTo>
                <a:cubicBezTo>
                  <a:pt x="168057" y="148352"/>
                  <a:pt x="144417" y="154792"/>
                  <a:pt x="120776" y="165525"/>
                </a:cubicBezTo>
                <a:cubicBezTo>
                  <a:pt x="118627" y="126885"/>
                  <a:pt x="127224" y="101126"/>
                  <a:pt x="144417" y="88246"/>
                </a:cubicBezTo>
                <a:cubicBezTo>
                  <a:pt x="153013" y="83952"/>
                  <a:pt x="161610" y="79659"/>
                  <a:pt x="174504" y="79659"/>
                </a:cubicBezTo>
                <a:close/>
                <a:moveTo>
                  <a:pt x="174548" y="62366"/>
                </a:moveTo>
                <a:cubicBezTo>
                  <a:pt x="159464" y="62366"/>
                  <a:pt x="146534" y="66667"/>
                  <a:pt x="135760" y="73119"/>
                </a:cubicBezTo>
                <a:cubicBezTo>
                  <a:pt x="109901" y="90323"/>
                  <a:pt x="99126" y="124732"/>
                  <a:pt x="103436" y="172044"/>
                </a:cubicBezTo>
                <a:cubicBezTo>
                  <a:pt x="64648" y="193550"/>
                  <a:pt x="38789" y="221507"/>
                  <a:pt x="38789" y="253765"/>
                </a:cubicBezTo>
                <a:cubicBezTo>
                  <a:pt x="38789" y="286024"/>
                  <a:pt x="64648" y="313981"/>
                  <a:pt x="103436" y="335486"/>
                </a:cubicBezTo>
                <a:cubicBezTo>
                  <a:pt x="99126" y="378497"/>
                  <a:pt x="107746" y="415057"/>
                  <a:pt x="135760" y="434412"/>
                </a:cubicBezTo>
                <a:cubicBezTo>
                  <a:pt x="146534" y="440863"/>
                  <a:pt x="159464" y="445164"/>
                  <a:pt x="174548" y="445164"/>
                </a:cubicBezTo>
                <a:cubicBezTo>
                  <a:pt x="198252" y="445164"/>
                  <a:pt x="226266" y="432261"/>
                  <a:pt x="256435" y="412906"/>
                </a:cubicBezTo>
                <a:cubicBezTo>
                  <a:pt x="284449" y="432261"/>
                  <a:pt x="312463" y="445164"/>
                  <a:pt x="336167" y="445164"/>
                </a:cubicBezTo>
                <a:cubicBezTo>
                  <a:pt x="351251" y="445164"/>
                  <a:pt x="364181" y="440863"/>
                  <a:pt x="374955" y="434412"/>
                </a:cubicBezTo>
                <a:cubicBezTo>
                  <a:pt x="402969" y="415057"/>
                  <a:pt x="411589" y="378497"/>
                  <a:pt x="407279" y="335486"/>
                </a:cubicBezTo>
                <a:cubicBezTo>
                  <a:pt x="446068" y="313981"/>
                  <a:pt x="471927" y="286024"/>
                  <a:pt x="471927" y="253765"/>
                </a:cubicBezTo>
                <a:cubicBezTo>
                  <a:pt x="471927" y="221507"/>
                  <a:pt x="446068" y="193550"/>
                  <a:pt x="407279" y="172044"/>
                </a:cubicBezTo>
                <a:cubicBezTo>
                  <a:pt x="411589" y="124732"/>
                  <a:pt x="400814" y="90323"/>
                  <a:pt x="374955" y="73119"/>
                </a:cubicBezTo>
                <a:cubicBezTo>
                  <a:pt x="364181" y="66667"/>
                  <a:pt x="351251" y="62366"/>
                  <a:pt x="336167" y="62366"/>
                </a:cubicBezTo>
                <a:cubicBezTo>
                  <a:pt x="312463" y="62366"/>
                  <a:pt x="284449" y="73119"/>
                  <a:pt x="256435" y="92474"/>
                </a:cubicBezTo>
                <a:cubicBezTo>
                  <a:pt x="226266" y="73119"/>
                  <a:pt x="198252" y="62366"/>
                  <a:pt x="174548" y="62366"/>
                </a:cubicBezTo>
                <a:close/>
                <a:moveTo>
                  <a:pt x="256435" y="0"/>
                </a:moveTo>
                <a:cubicBezTo>
                  <a:pt x="396504" y="0"/>
                  <a:pt x="510715" y="113979"/>
                  <a:pt x="510715" y="255916"/>
                </a:cubicBezTo>
                <a:cubicBezTo>
                  <a:pt x="510715" y="395702"/>
                  <a:pt x="396504" y="509681"/>
                  <a:pt x="256435" y="509681"/>
                </a:cubicBezTo>
                <a:cubicBezTo>
                  <a:pt x="114211" y="509681"/>
                  <a:pt x="0" y="395702"/>
                  <a:pt x="0" y="255916"/>
                </a:cubicBezTo>
                <a:cubicBezTo>
                  <a:pt x="0" y="113979"/>
                  <a:pt x="114211" y="0"/>
                  <a:pt x="256435" y="0"/>
                </a:cubicBezTo>
                <a:close/>
              </a:path>
            </a:pathLst>
          </a:custGeom>
          <a:solidFill>
            <a:srgbClr val="A13F0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world_52349">
            <a:extLst>
              <a:ext uri="{FF2B5EF4-FFF2-40B4-BE49-F238E27FC236}">
                <a16:creationId xmlns:a16="http://schemas.microsoft.com/office/drawing/2014/main" id="{A1D1108D-2B38-4F96-81D1-310D22A571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8153400" y="1498616"/>
            <a:ext cx="609685" cy="608752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1409" h="600489">
                <a:moveTo>
                  <a:pt x="63148" y="143225"/>
                </a:moveTo>
                <a:lnTo>
                  <a:pt x="41620" y="160426"/>
                </a:lnTo>
                <a:lnTo>
                  <a:pt x="58843" y="171894"/>
                </a:lnTo>
                <a:lnTo>
                  <a:pt x="91853" y="171894"/>
                </a:lnTo>
                <a:lnTo>
                  <a:pt x="142085" y="163293"/>
                </a:lnTo>
                <a:lnTo>
                  <a:pt x="173659" y="214896"/>
                </a:lnTo>
                <a:lnTo>
                  <a:pt x="173659" y="262200"/>
                </a:lnTo>
                <a:lnTo>
                  <a:pt x="216715" y="320970"/>
                </a:lnTo>
                <a:lnTo>
                  <a:pt x="223891" y="320970"/>
                </a:lnTo>
                <a:lnTo>
                  <a:pt x="223891" y="299469"/>
                </a:lnTo>
                <a:lnTo>
                  <a:pt x="241113" y="335305"/>
                </a:lnTo>
                <a:lnTo>
                  <a:pt x="291345" y="345339"/>
                </a:lnTo>
                <a:lnTo>
                  <a:pt x="312873" y="368273"/>
                </a:lnTo>
                <a:lnTo>
                  <a:pt x="332966" y="374007"/>
                </a:lnTo>
                <a:lnTo>
                  <a:pt x="312873" y="417010"/>
                </a:lnTo>
                <a:lnTo>
                  <a:pt x="335836" y="457146"/>
                </a:lnTo>
                <a:cubicBezTo>
                  <a:pt x="335836" y="457146"/>
                  <a:pt x="348753" y="503016"/>
                  <a:pt x="348753" y="505883"/>
                </a:cubicBezTo>
                <a:cubicBezTo>
                  <a:pt x="348753" y="507316"/>
                  <a:pt x="335836" y="561786"/>
                  <a:pt x="335836" y="561786"/>
                </a:cubicBezTo>
                <a:lnTo>
                  <a:pt x="338707" y="597622"/>
                </a:lnTo>
                <a:cubicBezTo>
                  <a:pt x="325790" y="599056"/>
                  <a:pt x="312873" y="600489"/>
                  <a:pt x="299957" y="600489"/>
                </a:cubicBezTo>
                <a:cubicBezTo>
                  <a:pt x="134909" y="600489"/>
                  <a:pt x="0" y="465747"/>
                  <a:pt x="0" y="299469"/>
                </a:cubicBezTo>
                <a:cubicBezTo>
                  <a:pt x="0" y="244998"/>
                  <a:pt x="15787" y="193395"/>
                  <a:pt x="41620" y="148959"/>
                </a:cubicBezTo>
                <a:close/>
                <a:moveTo>
                  <a:pt x="367486" y="60233"/>
                </a:moveTo>
                <a:lnTo>
                  <a:pt x="394753" y="65966"/>
                </a:lnTo>
                <a:lnTo>
                  <a:pt x="419150" y="87465"/>
                </a:lnTo>
                <a:lnTo>
                  <a:pt x="426326" y="106098"/>
                </a:lnTo>
                <a:lnTo>
                  <a:pt x="432066" y="124731"/>
                </a:lnTo>
                <a:lnTo>
                  <a:pt x="469379" y="159130"/>
                </a:lnTo>
                <a:lnTo>
                  <a:pt x="479425" y="161996"/>
                </a:lnTo>
                <a:lnTo>
                  <a:pt x="493776" y="140497"/>
                </a:lnTo>
                <a:lnTo>
                  <a:pt x="541135" y="136197"/>
                </a:lnTo>
                <a:lnTo>
                  <a:pt x="549745" y="133331"/>
                </a:lnTo>
                <a:cubicBezTo>
                  <a:pt x="582753" y="180629"/>
                  <a:pt x="601409" y="237961"/>
                  <a:pt x="601409" y="299592"/>
                </a:cubicBezTo>
                <a:cubicBezTo>
                  <a:pt x="601409" y="441488"/>
                  <a:pt x="503822" y="560451"/>
                  <a:pt x="371791" y="591983"/>
                </a:cubicBezTo>
                <a:lnTo>
                  <a:pt x="376097" y="571917"/>
                </a:lnTo>
                <a:lnTo>
                  <a:pt x="427761" y="537518"/>
                </a:lnTo>
                <a:lnTo>
                  <a:pt x="442112" y="500253"/>
                </a:lnTo>
                <a:lnTo>
                  <a:pt x="477990" y="484486"/>
                </a:lnTo>
                <a:lnTo>
                  <a:pt x="510997" y="419988"/>
                </a:lnTo>
                <a:lnTo>
                  <a:pt x="459333" y="388456"/>
                </a:lnTo>
                <a:lnTo>
                  <a:pt x="432066" y="358357"/>
                </a:lnTo>
                <a:lnTo>
                  <a:pt x="416280" y="356924"/>
                </a:lnTo>
                <a:lnTo>
                  <a:pt x="384707" y="348324"/>
                </a:lnTo>
                <a:lnTo>
                  <a:pt x="356005" y="344024"/>
                </a:lnTo>
                <a:lnTo>
                  <a:pt x="333043" y="349757"/>
                </a:lnTo>
                <a:lnTo>
                  <a:pt x="317257" y="333991"/>
                </a:lnTo>
                <a:lnTo>
                  <a:pt x="302906" y="329691"/>
                </a:lnTo>
                <a:lnTo>
                  <a:pt x="304341" y="306759"/>
                </a:lnTo>
                <a:lnTo>
                  <a:pt x="285684" y="308192"/>
                </a:lnTo>
                <a:lnTo>
                  <a:pt x="275639" y="319658"/>
                </a:lnTo>
                <a:lnTo>
                  <a:pt x="269898" y="295292"/>
                </a:lnTo>
                <a:lnTo>
                  <a:pt x="294295" y="283826"/>
                </a:lnTo>
                <a:lnTo>
                  <a:pt x="317257" y="295292"/>
                </a:lnTo>
                <a:lnTo>
                  <a:pt x="330173" y="295292"/>
                </a:lnTo>
                <a:lnTo>
                  <a:pt x="335913" y="276660"/>
                </a:lnTo>
                <a:lnTo>
                  <a:pt x="371791" y="233661"/>
                </a:lnTo>
                <a:lnTo>
                  <a:pt x="420585" y="207862"/>
                </a:lnTo>
                <a:lnTo>
                  <a:pt x="449287" y="212162"/>
                </a:lnTo>
                <a:lnTo>
                  <a:pt x="452158" y="197829"/>
                </a:lnTo>
                <a:lnTo>
                  <a:pt x="416280" y="160563"/>
                </a:lnTo>
                <a:lnTo>
                  <a:pt x="403364" y="134764"/>
                </a:lnTo>
                <a:lnTo>
                  <a:pt x="383272" y="134764"/>
                </a:lnTo>
                <a:lnTo>
                  <a:pt x="371791" y="127598"/>
                </a:lnTo>
                <a:lnTo>
                  <a:pt x="344524" y="123298"/>
                </a:lnTo>
                <a:lnTo>
                  <a:pt x="338784" y="154830"/>
                </a:lnTo>
                <a:lnTo>
                  <a:pt x="307211" y="147664"/>
                </a:lnTo>
                <a:lnTo>
                  <a:pt x="304341" y="129031"/>
                </a:lnTo>
                <a:lnTo>
                  <a:pt x="328738" y="123298"/>
                </a:lnTo>
                <a:lnTo>
                  <a:pt x="337349" y="87465"/>
                </a:lnTo>
                <a:lnTo>
                  <a:pt x="361745" y="97498"/>
                </a:lnTo>
                <a:lnTo>
                  <a:pt x="361745" y="113265"/>
                </a:lnTo>
                <a:lnTo>
                  <a:pt x="380402" y="120431"/>
                </a:lnTo>
                <a:lnTo>
                  <a:pt x="391883" y="124731"/>
                </a:lnTo>
                <a:lnTo>
                  <a:pt x="407669" y="116131"/>
                </a:lnTo>
                <a:lnTo>
                  <a:pt x="393318" y="100365"/>
                </a:lnTo>
                <a:lnTo>
                  <a:pt x="366051" y="73133"/>
                </a:lnTo>
                <a:close/>
                <a:moveTo>
                  <a:pt x="222541" y="32978"/>
                </a:moveTo>
                <a:cubicBezTo>
                  <a:pt x="222541" y="35846"/>
                  <a:pt x="202448" y="48750"/>
                  <a:pt x="202448" y="48750"/>
                </a:cubicBezTo>
                <a:lnTo>
                  <a:pt x="222541" y="60221"/>
                </a:lnTo>
                <a:lnTo>
                  <a:pt x="262728" y="48750"/>
                </a:lnTo>
                <a:lnTo>
                  <a:pt x="254117" y="32978"/>
                </a:lnTo>
                <a:lnTo>
                  <a:pt x="235458" y="37280"/>
                </a:lnTo>
                <a:close/>
                <a:moveTo>
                  <a:pt x="344537" y="12904"/>
                </a:moveTo>
                <a:lnTo>
                  <a:pt x="312962" y="30110"/>
                </a:lnTo>
                <a:lnTo>
                  <a:pt x="295739" y="40147"/>
                </a:lnTo>
                <a:lnTo>
                  <a:pt x="308656" y="48750"/>
                </a:lnTo>
                <a:lnTo>
                  <a:pt x="335926" y="45883"/>
                </a:lnTo>
                <a:lnTo>
                  <a:pt x="363196" y="24375"/>
                </a:lnTo>
                <a:close/>
                <a:moveTo>
                  <a:pt x="300045" y="0"/>
                </a:moveTo>
                <a:cubicBezTo>
                  <a:pt x="345973" y="0"/>
                  <a:pt x="390465" y="10037"/>
                  <a:pt x="429217" y="28677"/>
                </a:cubicBezTo>
                <a:lnTo>
                  <a:pt x="417735" y="30110"/>
                </a:lnTo>
                <a:lnTo>
                  <a:pt x="389030" y="25809"/>
                </a:lnTo>
                <a:lnTo>
                  <a:pt x="367501" y="40147"/>
                </a:lnTo>
                <a:lnTo>
                  <a:pt x="353149" y="55919"/>
                </a:lnTo>
                <a:lnTo>
                  <a:pt x="298609" y="61655"/>
                </a:lnTo>
                <a:lnTo>
                  <a:pt x="277081" y="57353"/>
                </a:lnTo>
                <a:lnTo>
                  <a:pt x="261293" y="81728"/>
                </a:lnTo>
                <a:lnTo>
                  <a:pt x="218235" y="84596"/>
                </a:lnTo>
                <a:lnTo>
                  <a:pt x="189530" y="75993"/>
                </a:lnTo>
                <a:lnTo>
                  <a:pt x="165131" y="88897"/>
                </a:lnTo>
                <a:lnTo>
                  <a:pt x="112027" y="97500"/>
                </a:lnTo>
                <a:lnTo>
                  <a:pt x="68969" y="108971"/>
                </a:lnTo>
                <a:cubicBezTo>
                  <a:pt x="123509" y="43015"/>
                  <a:pt x="206753" y="0"/>
                  <a:pt x="300045" y="0"/>
                </a:cubicBezTo>
                <a:close/>
              </a:path>
            </a:pathLst>
          </a:custGeom>
          <a:solidFill>
            <a:srgbClr val="056F3D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241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Bulle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>
            <a:extLst>
              <a:ext uri="{FF2B5EF4-FFF2-40B4-BE49-F238E27FC236}">
                <a16:creationId xmlns:a16="http://schemas.microsoft.com/office/drawing/2014/main" id="{1B5CB367-336A-4E31-B305-F1FAEBEE1D70}"/>
              </a:ext>
            </a:extLst>
          </p:cNvPr>
          <p:cNvGrpSpPr/>
          <p:nvPr userDrawn="1"/>
        </p:nvGrpSpPr>
        <p:grpSpPr>
          <a:xfrm>
            <a:off x="4276740" y="897966"/>
            <a:ext cx="504000" cy="504000"/>
            <a:chOff x="7982080" y="3120819"/>
            <a:chExt cx="504000" cy="504000"/>
          </a:xfrm>
          <a:solidFill>
            <a:srgbClr val="056F3D"/>
          </a:solidFill>
        </p:grpSpPr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C4D7C0BE-8FC8-4F59-9297-883A72A376B4}"/>
                </a:ext>
              </a:extLst>
            </p:cNvPr>
            <p:cNvSpPr/>
            <p:nvPr/>
          </p:nvSpPr>
          <p:spPr>
            <a:xfrm>
              <a:off x="7982080" y="3120819"/>
              <a:ext cx="504000" cy="504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56F3D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63" name="Freeform 73">
              <a:extLst>
                <a:ext uri="{FF2B5EF4-FFF2-40B4-BE49-F238E27FC236}">
                  <a16:creationId xmlns:a16="http://schemas.microsoft.com/office/drawing/2014/main" id="{9DBE3738-D62A-4EA8-97A5-61DF626CFC2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072080" y="3190343"/>
              <a:ext cx="324000" cy="364952"/>
            </a:xfrm>
            <a:custGeom>
              <a:avLst/>
              <a:gdLst>
                <a:gd name="T0" fmla="*/ 114 w 114"/>
                <a:gd name="T1" fmla="*/ 95 h 128"/>
                <a:gd name="T2" fmla="*/ 114 w 114"/>
                <a:gd name="T3" fmla="*/ 34 h 128"/>
                <a:gd name="T4" fmla="*/ 112 w 114"/>
                <a:gd name="T5" fmla="*/ 32 h 128"/>
                <a:gd name="T6" fmla="*/ 58 w 114"/>
                <a:gd name="T7" fmla="*/ 1 h 128"/>
                <a:gd name="T8" fmla="*/ 57 w 114"/>
                <a:gd name="T9" fmla="*/ 0 h 128"/>
                <a:gd name="T10" fmla="*/ 56 w 114"/>
                <a:gd name="T11" fmla="*/ 1 h 128"/>
                <a:gd name="T12" fmla="*/ 1 w 114"/>
                <a:gd name="T13" fmla="*/ 32 h 128"/>
                <a:gd name="T14" fmla="*/ 0 w 114"/>
                <a:gd name="T15" fmla="*/ 34 h 128"/>
                <a:gd name="T16" fmla="*/ 0 w 114"/>
                <a:gd name="T17" fmla="*/ 94 h 128"/>
                <a:gd name="T18" fmla="*/ 0 w 114"/>
                <a:gd name="T19" fmla="*/ 95 h 128"/>
                <a:gd name="T20" fmla="*/ 1 w 114"/>
                <a:gd name="T21" fmla="*/ 97 h 128"/>
                <a:gd name="T22" fmla="*/ 56 w 114"/>
                <a:gd name="T23" fmla="*/ 128 h 128"/>
                <a:gd name="T24" fmla="*/ 58 w 114"/>
                <a:gd name="T25" fmla="*/ 128 h 128"/>
                <a:gd name="T26" fmla="*/ 112 w 114"/>
                <a:gd name="T27" fmla="*/ 97 h 128"/>
                <a:gd name="T28" fmla="*/ 114 w 114"/>
                <a:gd name="T29" fmla="*/ 95 h 128"/>
                <a:gd name="T30" fmla="*/ 55 w 114"/>
                <a:gd name="T31" fmla="*/ 122 h 128"/>
                <a:gd name="T32" fmla="*/ 5 w 114"/>
                <a:gd name="T33" fmla="*/ 93 h 128"/>
                <a:gd name="T34" fmla="*/ 5 w 114"/>
                <a:gd name="T35" fmla="*/ 38 h 128"/>
                <a:gd name="T36" fmla="*/ 55 w 114"/>
                <a:gd name="T37" fmla="*/ 67 h 128"/>
                <a:gd name="T38" fmla="*/ 55 w 114"/>
                <a:gd name="T39" fmla="*/ 122 h 128"/>
                <a:gd name="T40" fmla="*/ 57 w 114"/>
                <a:gd name="T41" fmla="*/ 63 h 128"/>
                <a:gd name="T42" fmla="*/ 7 w 114"/>
                <a:gd name="T43" fmla="*/ 34 h 128"/>
                <a:gd name="T44" fmla="*/ 57 w 114"/>
                <a:gd name="T45" fmla="*/ 5 h 128"/>
                <a:gd name="T46" fmla="*/ 107 w 114"/>
                <a:gd name="T47" fmla="*/ 34 h 128"/>
                <a:gd name="T48" fmla="*/ 57 w 114"/>
                <a:gd name="T49" fmla="*/ 63 h 128"/>
                <a:gd name="T50" fmla="*/ 109 w 114"/>
                <a:gd name="T51" fmla="*/ 93 h 128"/>
                <a:gd name="T52" fmla="*/ 59 w 114"/>
                <a:gd name="T53" fmla="*/ 122 h 128"/>
                <a:gd name="T54" fmla="*/ 59 w 114"/>
                <a:gd name="T55" fmla="*/ 67 h 128"/>
                <a:gd name="T56" fmla="*/ 109 w 114"/>
                <a:gd name="T57" fmla="*/ 38 h 128"/>
                <a:gd name="T58" fmla="*/ 109 w 114"/>
                <a:gd name="T59" fmla="*/ 9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4" h="128">
                  <a:moveTo>
                    <a:pt x="114" y="95"/>
                  </a:moveTo>
                  <a:cubicBezTo>
                    <a:pt x="114" y="34"/>
                    <a:pt x="114" y="34"/>
                    <a:pt x="114" y="34"/>
                  </a:cubicBezTo>
                  <a:cubicBezTo>
                    <a:pt x="114" y="33"/>
                    <a:pt x="113" y="32"/>
                    <a:pt x="112" y="32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0"/>
                    <a:pt x="57" y="0"/>
                    <a:pt x="57" y="0"/>
                  </a:cubicBezTo>
                  <a:cubicBezTo>
                    <a:pt x="57" y="0"/>
                    <a:pt x="56" y="0"/>
                    <a:pt x="56" y="1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1" y="32"/>
                    <a:pt x="0" y="33"/>
                    <a:pt x="0" y="34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5"/>
                    <a:pt x="0" y="95"/>
                  </a:cubicBezTo>
                  <a:cubicBezTo>
                    <a:pt x="0" y="95"/>
                    <a:pt x="1" y="96"/>
                    <a:pt x="1" y="97"/>
                  </a:cubicBezTo>
                  <a:cubicBezTo>
                    <a:pt x="56" y="128"/>
                    <a:pt x="56" y="128"/>
                    <a:pt x="56" y="128"/>
                  </a:cubicBezTo>
                  <a:cubicBezTo>
                    <a:pt x="56" y="128"/>
                    <a:pt x="57" y="128"/>
                    <a:pt x="58" y="128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6"/>
                    <a:pt x="114" y="95"/>
                    <a:pt x="114" y="95"/>
                  </a:cubicBezTo>
                  <a:close/>
                  <a:moveTo>
                    <a:pt x="55" y="122"/>
                  </a:moveTo>
                  <a:cubicBezTo>
                    <a:pt x="5" y="93"/>
                    <a:pt x="5" y="93"/>
                    <a:pt x="5" y="93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5" y="67"/>
                    <a:pt x="55" y="67"/>
                    <a:pt x="55" y="67"/>
                  </a:cubicBezTo>
                  <a:lnTo>
                    <a:pt x="55" y="122"/>
                  </a:lnTo>
                  <a:close/>
                  <a:moveTo>
                    <a:pt x="57" y="63"/>
                  </a:moveTo>
                  <a:cubicBezTo>
                    <a:pt x="7" y="34"/>
                    <a:pt x="7" y="34"/>
                    <a:pt x="7" y="34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107" y="34"/>
                    <a:pt x="107" y="34"/>
                    <a:pt x="107" y="34"/>
                  </a:cubicBezTo>
                  <a:lnTo>
                    <a:pt x="57" y="63"/>
                  </a:lnTo>
                  <a:close/>
                  <a:moveTo>
                    <a:pt x="109" y="93"/>
                  </a:moveTo>
                  <a:cubicBezTo>
                    <a:pt x="59" y="122"/>
                    <a:pt x="59" y="122"/>
                    <a:pt x="59" y="122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109" y="38"/>
                    <a:pt x="109" y="38"/>
                    <a:pt x="109" y="38"/>
                  </a:cubicBezTo>
                  <a:lnTo>
                    <a:pt x="109" y="9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56F3D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204550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8" name="组合 1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40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7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31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6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24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47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8" name="内容占位符 2"/>
          <p:cNvSpPr>
            <a:spLocks noGrp="1"/>
          </p:cNvSpPr>
          <p:nvPr>
            <p:ph idx="1"/>
          </p:nvPr>
        </p:nvSpPr>
        <p:spPr>
          <a:xfrm>
            <a:off x="232640" y="1384594"/>
            <a:ext cx="2520000" cy="4320000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2" name="内容占位符 2"/>
          <p:cNvSpPr>
            <a:spLocks noGrp="1"/>
          </p:cNvSpPr>
          <p:nvPr>
            <p:ph idx="13"/>
          </p:nvPr>
        </p:nvSpPr>
        <p:spPr>
          <a:xfrm>
            <a:off x="9340940" y="1421755"/>
            <a:ext cx="2520000" cy="4320000"/>
          </a:xfrm>
        </p:spPr>
        <p:txBody>
          <a:bodyPr>
            <a:norm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3" name="内容占位符 2"/>
          <p:cNvSpPr>
            <a:spLocks noGrp="1"/>
          </p:cNvSpPr>
          <p:nvPr>
            <p:ph idx="14"/>
          </p:nvPr>
        </p:nvSpPr>
        <p:spPr>
          <a:xfrm>
            <a:off x="6304840" y="1421755"/>
            <a:ext cx="2520000" cy="4320000"/>
          </a:xfrm>
        </p:spPr>
        <p:txBody>
          <a:bodyPr>
            <a:norm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4" name="内容占位符 2"/>
          <p:cNvSpPr>
            <a:spLocks noGrp="1"/>
          </p:cNvSpPr>
          <p:nvPr>
            <p:ph idx="15"/>
          </p:nvPr>
        </p:nvSpPr>
        <p:spPr>
          <a:xfrm>
            <a:off x="3268740" y="1421755"/>
            <a:ext cx="2520000" cy="4320000"/>
          </a:xfrm>
        </p:spPr>
        <p:txBody>
          <a:bodyPr>
            <a:norm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BAF0CCC-F545-4C58-B314-03E8E8EBF8E7}"/>
              </a:ext>
            </a:extLst>
          </p:cNvPr>
          <p:cNvCxnSpPr/>
          <p:nvPr userDrawn="1"/>
        </p:nvCxnSpPr>
        <p:spPr>
          <a:xfrm flipH="1">
            <a:off x="2997921" y="1421754"/>
            <a:ext cx="1247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FBAF0CCC-F545-4C58-B314-03E8E8EBF8E7}"/>
              </a:ext>
            </a:extLst>
          </p:cNvPr>
          <p:cNvCxnSpPr/>
          <p:nvPr userDrawn="1"/>
        </p:nvCxnSpPr>
        <p:spPr>
          <a:xfrm flipH="1">
            <a:off x="6058312" y="1421754"/>
            <a:ext cx="1247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BAF0CCC-F545-4C58-B314-03E8E8EBF8E7}"/>
              </a:ext>
            </a:extLst>
          </p:cNvPr>
          <p:cNvCxnSpPr/>
          <p:nvPr userDrawn="1"/>
        </p:nvCxnSpPr>
        <p:spPr>
          <a:xfrm flipH="1">
            <a:off x="9069497" y="1421754"/>
            <a:ext cx="1247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12B200E-7B25-41E9-8F66-02911E018E43}"/>
              </a:ext>
            </a:extLst>
          </p:cNvPr>
          <p:cNvGrpSpPr/>
          <p:nvPr userDrawn="1"/>
        </p:nvGrpSpPr>
        <p:grpSpPr>
          <a:xfrm>
            <a:off x="1210449" y="892101"/>
            <a:ext cx="504000" cy="504000"/>
            <a:chOff x="4613213" y="3130275"/>
            <a:chExt cx="504000" cy="504000"/>
          </a:xfrm>
          <a:solidFill>
            <a:srgbClr val="056F3D"/>
          </a:solidFill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EC4326C4-89B3-43F7-BA5E-3B8C67F07C9E}"/>
                </a:ext>
              </a:extLst>
            </p:cNvPr>
            <p:cNvSpPr/>
            <p:nvPr/>
          </p:nvSpPr>
          <p:spPr>
            <a:xfrm>
              <a:off x="4613213" y="3130275"/>
              <a:ext cx="504000" cy="504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56F3D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60" name="Freeform 105">
              <a:extLst>
                <a:ext uri="{FF2B5EF4-FFF2-40B4-BE49-F238E27FC236}">
                  <a16:creationId xmlns:a16="http://schemas.microsoft.com/office/drawing/2014/main" id="{1625F15B-4B25-4739-A6B2-F6CEB1D1341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703213" y="3237919"/>
              <a:ext cx="324000" cy="288713"/>
            </a:xfrm>
            <a:custGeom>
              <a:avLst/>
              <a:gdLst>
                <a:gd name="T0" fmla="*/ 101 w 128"/>
                <a:gd name="T1" fmla="*/ 41 h 114"/>
                <a:gd name="T2" fmla="*/ 125 w 128"/>
                <a:gd name="T3" fmla="*/ 17 h 114"/>
                <a:gd name="T4" fmla="*/ 128 w 128"/>
                <a:gd name="T5" fmla="*/ 10 h 114"/>
                <a:gd name="T6" fmla="*/ 125 w 128"/>
                <a:gd name="T7" fmla="*/ 3 h 114"/>
                <a:gd name="T8" fmla="*/ 111 w 128"/>
                <a:gd name="T9" fmla="*/ 3 h 114"/>
                <a:gd name="T10" fmla="*/ 87 w 128"/>
                <a:gd name="T11" fmla="*/ 27 h 114"/>
                <a:gd name="T12" fmla="*/ 6 w 128"/>
                <a:gd name="T13" fmla="*/ 27 h 114"/>
                <a:gd name="T14" fmla="*/ 0 w 128"/>
                <a:gd name="T15" fmla="*/ 33 h 114"/>
                <a:gd name="T16" fmla="*/ 0 w 128"/>
                <a:gd name="T17" fmla="*/ 108 h 114"/>
                <a:gd name="T18" fmla="*/ 6 w 128"/>
                <a:gd name="T19" fmla="*/ 114 h 114"/>
                <a:gd name="T20" fmla="*/ 95 w 128"/>
                <a:gd name="T21" fmla="*/ 114 h 114"/>
                <a:gd name="T22" fmla="*/ 101 w 128"/>
                <a:gd name="T23" fmla="*/ 108 h 114"/>
                <a:gd name="T24" fmla="*/ 101 w 128"/>
                <a:gd name="T25" fmla="*/ 41 h 114"/>
                <a:gd name="T26" fmla="*/ 96 w 128"/>
                <a:gd name="T27" fmla="*/ 109 h 114"/>
                <a:gd name="T28" fmla="*/ 5 w 128"/>
                <a:gd name="T29" fmla="*/ 109 h 114"/>
                <a:gd name="T30" fmla="*/ 5 w 128"/>
                <a:gd name="T31" fmla="*/ 32 h 114"/>
                <a:gd name="T32" fmla="*/ 83 w 128"/>
                <a:gd name="T33" fmla="*/ 32 h 114"/>
                <a:gd name="T34" fmla="*/ 63 w 128"/>
                <a:gd name="T35" fmla="*/ 52 h 114"/>
                <a:gd name="T36" fmla="*/ 62 w 128"/>
                <a:gd name="T37" fmla="*/ 54 h 114"/>
                <a:gd name="T38" fmla="*/ 62 w 128"/>
                <a:gd name="T39" fmla="*/ 64 h 114"/>
                <a:gd name="T40" fmla="*/ 63 w 128"/>
                <a:gd name="T41" fmla="*/ 66 h 114"/>
                <a:gd name="T42" fmla="*/ 64 w 128"/>
                <a:gd name="T43" fmla="*/ 66 h 114"/>
                <a:gd name="T44" fmla="*/ 75 w 128"/>
                <a:gd name="T45" fmla="*/ 66 h 114"/>
                <a:gd name="T46" fmla="*/ 76 w 128"/>
                <a:gd name="T47" fmla="*/ 66 h 114"/>
                <a:gd name="T48" fmla="*/ 76 w 128"/>
                <a:gd name="T49" fmla="*/ 66 h 114"/>
                <a:gd name="T50" fmla="*/ 96 w 128"/>
                <a:gd name="T51" fmla="*/ 46 h 114"/>
                <a:gd name="T52" fmla="*/ 96 w 128"/>
                <a:gd name="T53" fmla="*/ 109 h 114"/>
                <a:gd name="T54" fmla="*/ 74 w 128"/>
                <a:gd name="T55" fmla="*/ 62 h 114"/>
                <a:gd name="T56" fmla="*/ 67 w 128"/>
                <a:gd name="T57" fmla="*/ 62 h 114"/>
                <a:gd name="T58" fmla="*/ 67 w 128"/>
                <a:gd name="T59" fmla="*/ 55 h 114"/>
                <a:gd name="T60" fmla="*/ 115 w 128"/>
                <a:gd name="T61" fmla="*/ 6 h 114"/>
                <a:gd name="T62" fmla="*/ 118 w 128"/>
                <a:gd name="T63" fmla="*/ 5 h 114"/>
                <a:gd name="T64" fmla="*/ 122 w 128"/>
                <a:gd name="T65" fmla="*/ 6 h 114"/>
                <a:gd name="T66" fmla="*/ 122 w 128"/>
                <a:gd name="T67" fmla="*/ 14 h 114"/>
                <a:gd name="T68" fmla="*/ 74 w 128"/>
                <a:gd name="T69" fmla="*/ 6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14">
                  <a:moveTo>
                    <a:pt x="101" y="41"/>
                  </a:moveTo>
                  <a:cubicBezTo>
                    <a:pt x="125" y="17"/>
                    <a:pt x="125" y="17"/>
                    <a:pt x="125" y="17"/>
                  </a:cubicBezTo>
                  <a:cubicBezTo>
                    <a:pt x="127" y="15"/>
                    <a:pt x="128" y="13"/>
                    <a:pt x="128" y="10"/>
                  </a:cubicBezTo>
                  <a:cubicBezTo>
                    <a:pt x="128" y="8"/>
                    <a:pt x="127" y="5"/>
                    <a:pt x="125" y="3"/>
                  </a:cubicBezTo>
                  <a:cubicBezTo>
                    <a:pt x="121" y="0"/>
                    <a:pt x="115" y="0"/>
                    <a:pt x="111" y="3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3" y="27"/>
                    <a:pt x="0" y="30"/>
                    <a:pt x="0" y="33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98" y="114"/>
                    <a:pt x="101" y="111"/>
                    <a:pt x="101" y="108"/>
                  </a:cubicBezTo>
                  <a:lnTo>
                    <a:pt x="101" y="41"/>
                  </a:lnTo>
                  <a:close/>
                  <a:moveTo>
                    <a:pt x="96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2" y="52"/>
                    <a:pt x="62" y="53"/>
                    <a:pt x="62" y="5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65"/>
                    <a:pt x="62" y="65"/>
                    <a:pt x="63" y="66"/>
                  </a:cubicBezTo>
                  <a:cubicBezTo>
                    <a:pt x="63" y="66"/>
                    <a:pt x="64" y="66"/>
                    <a:pt x="64" y="66"/>
                  </a:cubicBezTo>
                  <a:cubicBezTo>
                    <a:pt x="75" y="66"/>
                    <a:pt x="75" y="66"/>
                    <a:pt x="75" y="66"/>
                  </a:cubicBezTo>
                  <a:cubicBezTo>
                    <a:pt x="75" y="66"/>
                    <a:pt x="76" y="66"/>
                    <a:pt x="76" y="66"/>
                  </a:cubicBezTo>
                  <a:cubicBezTo>
                    <a:pt x="76" y="66"/>
                    <a:pt x="76" y="66"/>
                    <a:pt x="76" y="66"/>
                  </a:cubicBezTo>
                  <a:cubicBezTo>
                    <a:pt x="96" y="46"/>
                    <a:pt x="96" y="46"/>
                    <a:pt x="96" y="46"/>
                  </a:cubicBezTo>
                  <a:lnTo>
                    <a:pt x="96" y="109"/>
                  </a:lnTo>
                  <a:close/>
                  <a:moveTo>
                    <a:pt x="74" y="62"/>
                  </a:moveTo>
                  <a:cubicBezTo>
                    <a:pt x="67" y="62"/>
                    <a:pt x="67" y="62"/>
                    <a:pt x="67" y="62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6" y="5"/>
                    <a:pt x="118" y="5"/>
                    <a:pt x="118" y="5"/>
                  </a:cubicBezTo>
                  <a:cubicBezTo>
                    <a:pt x="119" y="5"/>
                    <a:pt x="121" y="5"/>
                    <a:pt x="122" y="6"/>
                  </a:cubicBezTo>
                  <a:cubicBezTo>
                    <a:pt x="124" y="8"/>
                    <a:pt x="124" y="12"/>
                    <a:pt x="122" y="14"/>
                  </a:cubicBezTo>
                  <a:lnTo>
                    <a:pt x="74" y="6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86CED927-9CE6-45E4-AF9F-BD68E218D0A3}"/>
              </a:ext>
            </a:extLst>
          </p:cNvPr>
          <p:cNvGrpSpPr/>
          <p:nvPr userDrawn="1"/>
        </p:nvGrpSpPr>
        <p:grpSpPr>
          <a:xfrm>
            <a:off x="7448678" y="917754"/>
            <a:ext cx="504000" cy="504000"/>
            <a:chOff x="7982080" y="5312514"/>
            <a:chExt cx="504000" cy="504000"/>
          </a:xfrm>
          <a:solidFill>
            <a:srgbClr val="056F3D"/>
          </a:solidFill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842B825B-9174-465E-BA78-4379471DB442}"/>
                </a:ext>
              </a:extLst>
            </p:cNvPr>
            <p:cNvSpPr/>
            <p:nvPr/>
          </p:nvSpPr>
          <p:spPr>
            <a:xfrm>
              <a:off x="7982080" y="5312514"/>
              <a:ext cx="504000" cy="504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66" name="Freeform 96">
              <a:extLst>
                <a:ext uri="{FF2B5EF4-FFF2-40B4-BE49-F238E27FC236}">
                  <a16:creationId xmlns:a16="http://schemas.microsoft.com/office/drawing/2014/main" id="{F20D0201-B83E-428C-92F8-76C9C7CEE8B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072080" y="5401977"/>
              <a:ext cx="324000" cy="325074"/>
            </a:xfrm>
            <a:custGeom>
              <a:avLst/>
              <a:gdLst>
                <a:gd name="T0" fmla="*/ 64 w 128"/>
                <a:gd name="T1" fmla="*/ 128 h 128"/>
                <a:gd name="T2" fmla="*/ 20 w 128"/>
                <a:gd name="T3" fmla="*/ 24 h 128"/>
                <a:gd name="T4" fmla="*/ 48 w 128"/>
                <a:gd name="T5" fmla="*/ 7 h 128"/>
                <a:gd name="T6" fmla="*/ 33 w 128"/>
                <a:gd name="T7" fmla="*/ 30 h 128"/>
                <a:gd name="T8" fmla="*/ 21 w 128"/>
                <a:gd name="T9" fmla="*/ 26 h 128"/>
                <a:gd name="T10" fmla="*/ 5 w 128"/>
                <a:gd name="T11" fmla="*/ 60 h 128"/>
                <a:gd name="T12" fmla="*/ 16 w 128"/>
                <a:gd name="T13" fmla="*/ 29 h 128"/>
                <a:gd name="T14" fmla="*/ 30 w 128"/>
                <a:gd name="T15" fmla="*/ 35 h 128"/>
                <a:gd name="T16" fmla="*/ 24 w 128"/>
                <a:gd name="T17" fmla="*/ 62 h 128"/>
                <a:gd name="T18" fmla="*/ 17 w 128"/>
                <a:gd name="T19" fmla="*/ 98 h 128"/>
                <a:gd name="T20" fmla="*/ 9 w 128"/>
                <a:gd name="T21" fmla="*/ 87 h 128"/>
                <a:gd name="T22" fmla="*/ 24 w 128"/>
                <a:gd name="T23" fmla="*/ 66 h 128"/>
                <a:gd name="T24" fmla="*/ 30 w 128"/>
                <a:gd name="T25" fmla="*/ 93 h 128"/>
                <a:gd name="T26" fmla="*/ 48 w 128"/>
                <a:gd name="T27" fmla="*/ 121 h 128"/>
                <a:gd name="T28" fmla="*/ 20 w 128"/>
                <a:gd name="T29" fmla="*/ 104 h 128"/>
                <a:gd name="T30" fmla="*/ 31 w 128"/>
                <a:gd name="T31" fmla="*/ 98 h 128"/>
                <a:gd name="T32" fmla="*/ 49 w 128"/>
                <a:gd name="T33" fmla="*/ 119 h 128"/>
                <a:gd name="T34" fmla="*/ 62 w 128"/>
                <a:gd name="T35" fmla="*/ 122 h 128"/>
                <a:gd name="T36" fmla="*/ 37 w 128"/>
                <a:gd name="T37" fmla="*/ 97 h 128"/>
                <a:gd name="T38" fmla="*/ 60 w 128"/>
                <a:gd name="T39" fmla="*/ 92 h 128"/>
                <a:gd name="T40" fmla="*/ 62 w 128"/>
                <a:gd name="T41" fmla="*/ 88 h 128"/>
                <a:gd name="T42" fmla="*/ 34 w 128"/>
                <a:gd name="T43" fmla="*/ 92 h 128"/>
                <a:gd name="T44" fmla="*/ 29 w 128"/>
                <a:gd name="T45" fmla="*/ 66 h 128"/>
                <a:gd name="T46" fmla="*/ 62 w 128"/>
                <a:gd name="T47" fmla="*/ 62 h 128"/>
                <a:gd name="T48" fmla="*/ 34 w 128"/>
                <a:gd name="T49" fmla="*/ 38 h 128"/>
                <a:gd name="T50" fmla="*/ 60 w 128"/>
                <a:gd name="T51" fmla="*/ 40 h 128"/>
                <a:gd name="T52" fmla="*/ 62 w 128"/>
                <a:gd name="T53" fmla="*/ 36 h 128"/>
                <a:gd name="T54" fmla="*/ 36 w 128"/>
                <a:gd name="T55" fmla="*/ 32 h 128"/>
                <a:gd name="T56" fmla="*/ 60 w 128"/>
                <a:gd name="T57" fmla="*/ 7 h 128"/>
                <a:gd name="T58" fmla="*/ 111 w 128"/>
                <a:gd name="T59" fmla="*/ 30 h 128"/>
                <a:gd name="T60" fmla="*/ 119 w 128"/>
                <a:gd name="T61" fmla="*/ 41 h 128"/>
                <a:gd name="T62" fmla="*/ 104 w 128"/>
                <a:gd name="T63" fmla="*/ 62 h 128"/>
                <a:gd name="T64" fmla="*/ 98 w 128"/>
                <a:gd name="T65" fmla="*/ 35 h 128"/>
                <a:gd name="T66" fmla="*/ 80 w 128"/>
                <a:gd name="T67" fmla="*/ 7 h 128"/>
                <a:gd name="T68" fmla="*/ 108 w 128"/>
                <a:gd name="T69" fmla="*/ 24 h 128"/>
                <a:gd name="T70" fmla="*/ 97 w 128"/>
                <a:gd name="T71" fmla="*/ 30 h 128"/>
                <a:gd name="T72" fmla="*/ 79 w 128"/>
                <a:gd name="T73" fmla="*/ 9 h 128"/>
                <a:gd name="T74" fmla="*/ 66 w 128"/>
                <a:gd name="T75" fmla="*/ 6 h 128"/>
                <a:gd name="T76" fmla="*/ 91 w 128"/>
                <a:gd name="T77" fmla="*/ 31 h 128"/>
                <a:gd name="T78" fmla="*/ 68 w 128"/>
                <a:gd name="T79" fmla="*/ 36 h 128"/>
                <a:gd name="T80" fmla="*/ 66 w 128"/>
                <a:gd name="T81" fmla="*/ 40 h 128"/>
                <a:gd name="T82" fmla="*/ 94 w 128"/>
                <a:gd name="T83" fmla="*/ 36 h 128"/>
                <a:gd name="T84" fmla="*/ 99 w 128"/>
                <a:gd name="T85" fmla="*/ 62 h 128"/>
                <a:gd name="T86" fmla="*/ 66 w 128"/>
                <a:gd name="T87" fmla="*/ 66 h 128"/>
                <a:gd name="T88" fmla="*/ 94 w 128"/>
                <a:gd name="T89" fmla="*/ 90 h 128"/>
                <a:gd name="T90" fmla="*/ 68 w 128"/>
                <a:gd name="T91" fmla="*/ 88 h 128"/>
                <a:gd name="T92" fmla="*/ 66 w 128"/>
                <a:gd name="T93" fmla="*/ 122 h 128"/>
                <a:gd name="T94" fmla="*/ 90 w 128"/>
                <a:gd name="T95" fmla="*/ 95 h 128"/>
                <a:gd name="T96" fmla="*/ 80 w 128"/>
                <a:gd name="T97" fmla="*/ 112 h 128"/>
                <a:gd name="T98" fmla="*/ 108 w 128"/>
                <a:gd name="T99" fmla="*/ 104 h 128"/>
                <a:gd name="T100" fmla="*/ 80 w 128"/>
                <a:gd name="T101" fmla="*/ 121 h 128"/>
                <a:gd name="T102" fmla="*/ 95 w 128"/>
                <a:gd name="T103" fmla="*/ 98 h 128"/>
                <a:gd name="T104" fmla="*/ 107 w 128"/>
                <a:gd name="T105" fmla="*/ 102 h 128"/>
                <a:gd name="T106" fmla="*/ 123 w 128"/>
                <a:gd name="T107" fmla="*/ 68 h 128"/>
                <a:gd name="T108" fmla="*/ 112 w 128"/>
                <a:gd name="T109" fmla="*/ 99 h 128"/>
                <a:gd name="T110" fmla="*/ 98 w 128"/>
                <a:gd name="T111" fmla="*/ 93 h 128"/>
                <a:gd name="T112" fmla="*/ 104 w 128"/>
                <a:gd name="T113" fmla="*/ 6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20" y="24"/>
                  </a:moveTo>
                  <a:cubicBezTo>
                    <a:pt x="21" y="23"/>
                    <a:pt x="21" y="23"/>
                    <a:pt x="22" y="22"/>
                  </a:cubicBezTo>
                  <a:cubicBezTo>
                    <a:pt x="27" y="17"/>
                    <a:pt x="34" y="12"/>
                    <a:pt x="41" y="9"/>
                  </a:cubicBezTo>
                  <a:cubicBezTo>
                    <a:pt x="43" y="8"/>
                    <a:pt x="46" y="7"/>
                    <a:pt x="48" y="7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3" y="15"/>
                    <a:pt x="37" y="22"/>
                    <a:pt x="33" y="30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27" y="29"/>
                    <a:pt x="24" y="28"/>
                    <a:pt x="21" y="26"/>
                  </a:cubicBezTo>
                  <a:cubicBezTo>
                    <a:pt x="19" y="25"/>
                    <a:pt x="19" y="25"/>
                    <a:pt x="19" y="25"/>
                  </a:cubicBezTo>
                  <a:lnTo>
                    <a:pt x="20" y="24"/>
                  </a:lnTo>
                  <a:close/>
                  <a:moveTo>
                    <a:pt x="5" y="60"/>
                  </a:moveTo>
                  <a:cubicBezTo>
                    <a:pt x="5" y="54"/>
                    <a:pt x="7" y="47"/>
                    <a:pt x="9" y="41"/>
                  </a:cubicBezTo>
                  <a:cubicBezTo>
                    <a:pt x="11" y="37"/>
                    <a:pt x="13" y="33"/>
                    <a:pt x="15" y="3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1" y="31"/>
                    <a:pt x="25" y="33"/>
                    <a:pt x="29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6" y="44"/>
                    <a:pt x="24" y="52"/>
                    <a:pt x="24" y="60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5" y="62"/>
                    <a:pt x="5" y="62"/>
                    <a:pt x="5" y="62"/>
                  </a:cubicBezTo>
                  <a:lnTo>
                    <a:pt x="5" y="60"/>
                  </a:lnTo>
                  <a:close/>
                  <a:moveTo>
                    <a:pt x="17" y="98"/>
                  </a:moveTo>
                  <a:cubicBezTo>
                    <a:pt x="16" y="99"/>
                    <a:pt x="16" y="99"/>
                    <a:pt x="16" y="99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3" y="95"/>
                    <a:pt x="11" y="91"/>
                    <a:pt x="9" y="87"/>
                  </a:cubicBezTo>
                  <a:cubicBezTo>
                    <a:pt x="7" y="81"/>
                    <a:pt x="5" y="74"/>
                    <a:pt x="5" y="68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4" y="76"/>
                    <a:pt x="26" y="84"/>
                    <a:pt x="29" y="92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29" y="94"/>
                    <a:pt x="29" y="94"/>
                    <a:pt x="29" y="94"/>
                  </a:cubicBezTo>
                  <a:cubicBezTo>
                    <a:pt x="25" y="95"/>
                    <a:pt x="21" y="97"/>
                    <a:pt x="17" y="98"/>
                  </a:cubicBezTo>
                  <a:close/>
                  <a:moveTo>
                    <a:pt x="48" y="121"/>
                  </a:moveTo>
                  <a:cubicBezTo>
                    <a:pt x="46" y="121"/>
                    <a:pt x="43" y="120"/>
                    <a:pt x="41" y="119"/>
                  </a:cubicBezTo>
                  <a:cubicBezTo>
                    <a:pt x="34" y="116"/>
                    <a:pt x="27" y="112"/>
                    <a:pt x="22" y="106"/>
                  </a:cubicBezTo>
                  <a:cubicBezTo>
                    <a:pt x="21" y="105"/>
                    <a:pt x="21" y="105"/>
                    <a:pt x="20" y="104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24" y="100"/>
                    <a:pt x="27" y="99"/>
                    <a:pt x="31" y="98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7" y="106"/>
                    <a:pt x="43" y="113"/>
                    <a:pt x="49" y="119"/>
                  </a:cubicBezTo>
                  <a:cubicBezTo>
                    <a:pt x="54" y="123"/>
                    <a:pt x="54" y="123"/>
                    <a:pt x="54" y="123"/>
                  </a:cubicBezTo>
                  <a:lnTo>
                    <a:pt x="48" y="121"/>
                  </a:lnTo>
                  <a:close/>
                  <a:moveTo>
                    <a:pt x="62" y="122"/>
                  </a:moveTo>
                  <a:cubicBezTo>
                    <a:pt x="60" y="121"/>
                    <a:pt x="60" y="121"/>
                    <a:pt x="60" y="121"/>
                  </a:cubicBezTo>
                  <a:cubicBezTo>
                    <a:pt x="55" y="118"/>
                    <a:pt x="52" y="115"/>
                    <a:pt x="48" y="112"/>
                  </a:cubicBezTo>
                  <a:cubicBezTo>
                    <a:pt x="44" y="107"/>
                    <a:pt x="40" y="103"/>
                    <a:pt x="37" y="97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45" y="94"/>
                    <a:pt x="53" y="93"/>
                    <a:pt x="60" y="92"/>
                  </a:cubicBezTo>
                  <a:cubicBezTo>
                    <a:pt x="62" y="92"/>
                    <a:pt x="62" y="92"/>
                    <a:pt x="62" y="92"/>
                  </a:cubicBezTo>
                  <a:lnTo>
                    <a:pt x="62" y="122"/>
                  </a:lnTo>
                  <a:close/>
                  <a:moveTo>
                    <a:pt x="62" y="88"/>
                  </a:moveTo>
                  <a:cubicBezTo>
                    <a:pt x="60" y="88"/>
                    <a:pt x="60" y="88"/>
                    <a:pt x="60" y="88"/>
                  </a:cubicBezTo>
                  <a:cubicBezTo>
                    <a:pt x="52" y="88"/>
                    <a:pt x="44" y="89"/>
                    <a:pt x="36" y="91"/>
                  </a:cubicBezTo>
                  <a:cubicBezTo>
                    <a:pt x="34" y="92"/>
                    <a:pt x="34" y="92"/>
                    <a:pt x="34" y="92"/>
                  </a:cubicBezTo>
                  <a:cubicBezTo>
                    <a:pt x="34" y="90"/>
                    <a:pt x="34" y="90"/>
                    <a:pt x="34" y="90"/>
                  </a:cubicBezTo>
                  <a:cubicBezTo>
                    <a:pt x="31" y="83"/>
                    <a:pt x="29" y="76"/>
                    <a:pt x="29" y="68"/>
                  </a:cubicBezTo>
                  <a:cubicBezTo>
                    <a:pt x="29" y="66"/>
                    <a:pt x="29" y="66"/>
                    <a:pt x="29" y="66"/>
                  </a:cubicBezTo>
                  <a:cubicBezTo>
                    <a:pt x="62" y="66"/>
                    <a:pt x="62" y="66"/>
                    <a:pt x="62" y="66"/>
                  </a:cubicBezTo>
                  <a:lnTo>
                    <a:pt x="62" y="88"/>
                  </a:lnTo>
                  <a:close/>
                  <a:moveTo>
                    <a:pt x="62" y="62"/>
                  </a:moveTo>
                  <a:cubicBezTo>
                    <a:pt x="29" y="62"/>
                    <a:pt x="29" y="62"/>
                    <a:pt x="29" y="62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9" y="52"/>
                    <a:pt x="31" y="45"/>
                    <a:pt x="34" y="38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44" y="39"/>
                    <a:pt x="52" y="40"/>
                    <a:pt x="60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2" y="62"/>
                  </a:lnTo>
                  <a:close/>
                  <a:moveTo>
                    <a:pt x="62" y="36"/>
                  </a:moveTo>
                  <a:cubicBezTo>
                    <a:pt x="60" y="36"/>
                    <a:pt x="60" y="36"/>
                    <a:pt x="60" y="36"/>
                  </a:cubicBezTo>
                  <a:cubicBezTo>
                    <a:pt x="53" y="35"/>
                    <a:pt x="45" y="34"/>
                    <a:pt x="38" y="33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40" y="25"/>
                    <a:pt x="44" y="21"/>
                    <a:pt x="48" y="17"/>
                  </a:cubicBezTo>
                  <a:cubicBezTo>
                    <a:pt x="52" y="13"/>
                    <a:pt x="55" y="10"/>
                    <a:pt x="60" y="7"/>
                  </a:cubicBezTo>
                  <a:cubicBezTo>
                    <a:pt x="62" y="6"/>
                    <a:pt x="62" y="6"/>
                    <a:pt x="62" y="6"/>
                  </a:cubicBezTo>
                  <a:lnTo>
                    <a:pt x="62" y="36"/>
                  </a:lnTo>
                  <a:close/>
                  <a:moveTo>
                    <a:pt x="111" y="30"/>
                  </a:moveTo>
                  <a:cubicBezTo>
                    <a:pt x="112" y="29"/>
                    <a:pt x="112" y="29"/>
                    <a:pt x="112" y="29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15" y="33"/>
                    <a:pt x="117" y="37"/>
                    <a:pt x="119" y="41"/>
                  </a:cubicBezTo>
                  <a:cubicBezTo>
                    <a:pt x="121" y="47"/>
                    <a:pt x="123" y="54"/>
                    <a:pt x="123" y="60"/>
                  </a:cubicBezTo>
                  <a:cubicBezTo>
                    <a:pt x="123" y="62"/>
                    <a:pt x="123" y="62"/>
                    <a:pt x="123" y="62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0"/>
                    <a:pt x="104" y="60"/>
                    <a:pt x="104" y="60"/>
                  </a:cubicBezTo>
                  <a:cubicBezTo>
                    <a:pt x="104" y="52"/>
                    <a:pt x="102" y="44"/>
                    <a:pt x="98" y="36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3" y="33"/>
                    <a:pt x="107" y="31"/>
                    <a:pt x="111" y="30"/>
                  </a:cubicBezTo>
                  <a:close/>
                  <a:moveTo>
                    <a:pt x="80" y="7"/>
                  </a:moveTo>
                  <a:cubicBezTo>
                    <a:pt x="82" y="7"/>
                    <a:pt x="85" y="8"/>
                    <a:pt x="87" y="9"/>
                  </a:cubicBezTo>
                  <a:cubicBezTo>
                    <a:pt x="94" y="12"/>
                    <a:pt x="101" y="17"/>
                    <a:pt x="106" y="22"/>
                  </a:cubicBezTo>
                  <a:cubicBezTo>
                    <a:pt x="107" y="23"/>
                    <a:pt x="107" y="23"/>
                    <a:pt x="108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4" y="28"/>
                    <a:pt x="101" y="29"/>
                    <a:pt x="97" y="30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5" y="30"/>
                    <a:pt x="95" y="30"/>
                    <a:pt x="95" y="30"/>
                  </a:cubicBezTo>
                  <a:cubicBezTo>
                    <a:pt x="91" y="22"/>
                    <a:pt x="85" y="15"/>
                    <a:pt x="79" y="9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80" y="7"/>
                  </a:lnTo>
                  <a:close/>
                  <a:moveTo>
                    <a:pt x="66" y="6"/>
                  </a:moveTo>
                  <a:cubicBezTo>
                    <a:pt x="68" y="7"/>
                    <a:pt x="68" y="7"/>
                    <a:pt x="68" y="7"/>
                  </a:cubicBezTo>
                  <a:cubicBezTo>
                    <a:pt x="73" y="10"/>
                    <a:pt x="76" y="13"/>
                    <a:pt x="80" y="16"/>
                  </a:cubicBezTo>
                  <a:cubicBezTo>
                    <a:pt x="84" y="21"/>
                    <a:pt x="88" y="25"/>
                    <a:pt x="91" y="31"/>
                  </a:cubicBezTo>
                  <a:cubicBezTo>
                    <a:pt x="91" y="32"/>
                    <a:pt x="91" y="32"/>
                    <a:pt x="91" y="32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83" y="34"/>
                    <a:pt x="75" y="35"/>
                    <a:pt x="68" y="36"/>
                  </a:cubicBezTo>
                  <a:cubicBezTo>
                    <a:pt x="66" y="36"/>
                    <a:pt x="66" y="36"/>
                    <a:pt x="66" y="36"/>
                  </a:cubicBezTo>
                  <a:lnTo>
                    <a:pt x="66" y="6"/>
                  </a:lnTo>
                  <a:close/>
                  <a:moveTo>
                    <a:pt x="66" y="40"/>
                  </a:moveTo>
                  <a:cubicBezTo>
                    <a:pt x="68" y="40"/>
                    <a:pt x="68" y="40"/>
                    <a:pt x="68" y="40"/>
                  </a:cubicBezTo>
                  <a:cubicBezTo>
                    <a:pt x="76" y="40"/>
                    <a:pt x="84" y="39"/>
                    <a:pt x="92" y="37"/>
                  </a:cubicBezTo>
                  <a:cubicBezTo>
                    <a:pt x="94" y="36"/>
                    <a:pt x="94" y="36"/>
                    <a:pt x="94" y="36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7" y="45"/>
                    <a:pt x="99" y="52"/>
                    <a:pt x="99" y="60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66" y="62"/>
                    <a:pt x="66" y="62"/>
                    <a:pt x="66" y="62"/>
                  </a:cubicBezTo>
                  <a:lnTo>
                    <a:pt x="66" y="40"/>
                  </a:lnTo>
                  <a:close/>
                  <a:moveTo>
                    <a:pt x="66" y="66"/>
                  </a:moveTo>
                  <a:cubicBezTo>
                    <a:pt x="99" y="66"/>
                    <a:pt x="99" y="66"/>
                    <a:pt x="99" y="66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99" y="76"/>
                    <a:pt x="97" y="83"/>
                    <a:pt x="94" y="90"/>
                  </a:cubicBezTo>
                  <a:cubicBezTo>
                    <a:pt x="94" y="91"/>
                    <a:pt x="94" y="91"/>
                    <a:pt x="94" y="91"/>
                  </a:cubicBezTo>
                  <a:cubicBezTo>
                    <a:pt x="92" y="91"/>
                    <a:pt x="92" y="91"/>
                    <a:pt x="92" y="91"/>
                  </a:cubicBezTo>
                  <a:cubicBezTo>
                    <a:pt x="84" y="89"/>
                    <a:pt x="76" y="88"/>
                    <a:pt x="68" y="88"/>
                  </a:cubicBezTo>
                  <a:cubicBezTo>
                    <a:pt x="66" y="88"/>
                    <a:pt x="66" y="88"/>
                    <a:pt x="66" y="88"/>
                  </a:cubicBezTo>
                  <a:lnTo>
                    <a:pt x="66" y="66"/>
                  </a:lnTo>
                  <a:close/>
                  <a:moveTo>
                    <a:pt x="66" y="122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75" y="93"/>
                    <a:pt x="83" y="94"/>
                    <a:pt x="90" y="95"/>
                  </a:cubicBezTo>
                  <a:cubicBezTo>
                    <a:pt x="91" y="96"/>
                    <a:pt x="91" y="96"/>
                    <a:pt x="91" y="96"/>
                  </a:cubicBezTo>
                  <a:cubicBezTo>
                    <a:pt x="91" y="97"/>
                    <a:pt x="91" y="97"/>
                    <a:pt x="91" y="97"/>
                  </a:cubicBezTo>
                  <a:cubicBezTo>
                    <a:pt x="88" y="103"/>
                    <a:pt x="84" y="107"/>
                    <a:pt x="80" y="112"/>
                  </a:cubicBezTo>
                  <a:cubicBezTo>
                    <a:pt x="76" y="115"/>
                    <a:pt x="73" y="118"/>
                    <a:pt x="68" y="121"/>
                  </a:cubicBezTo>
                  <a:lnTo>
                    <a:pt x="66" y="122"/>
                  </a:lnTo>
                  <a:close/>
                  <a:moveTo>
                    <a:pt x="108" y="104"/>
                  </a:moveTo>
                  <a:cubicBezTo>
                    <a:pt x="107" y="105"/>
                    <a:pt x="107" y="105"/>
                    <a:pt x="106" y="106"/>
                  </a:cubicBezTo>
                  <a:cubicBezTo>
                    <a:pt x="101" y="112"/>
                    <a:pt x="94" y="116"/>
                    <a:pt x="87" y="119"/>
                  </a:cubicBezTo>
                  <a:cubicBezTo>
                    <a:pt x="85" y="120"/>
                    <a:pt x="82" y="121"/>
                    <a:pt x="80" y="121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9" y="119"/>
                    <a:pt x="79" y="119"/>
                    <a:pt x="79" y="119"/>
                  </a:cubicBezTo>
                  <a:cubicBezTo>
                    <a:pt x="85" y="113"/>
                    <a:pt x="91" y="106"/>
                    <a:pt x="95" y="98"/>
                  </a:cubicBezTo>
                  <a:cubicBezTo>
                    <a:pt x="96" y="97"/>
                    <a:pt x="96" y="97"/>
                    <a:pt x="96" y="97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101" y="99"/>
                    <a:pt x="104" y="100"/>
                    <a:pt x="107" y="102"/>
                  </a:cubicBezTo>
                  <a:cubicBezTo>
                    <a:pt x="109" y="103"/>
                    <a:pt x="109" y="103"/>
                    <a:pt x="109" y="103"/>
                  </a:cubicBezTo>
                  <a:lnTo>
                    <a:pt x="108" y="104"/>
                  </a:lnTo>
                  <a:close/>
                  <a:moveTo>
                    <a:pt x="123" y="68"/>
                  </a:moveTo>
                  <a:cubicBezTo>
                    <a:pt x="123" y="74"/>
                    <a:pt x="121" y="81"/>
                    <a:pt x="119" y="87"/>
                  </a:cubicBezTo>
                  <a:cubicBezTo>
                    <a:pt x="117" y="91"/>
                    <a:pt x="115" y="95"/>
                    <a:pt x="113" y="98"/>
                  </a:cubicBezTo>
                  <a:cubicBezTo>
                    <a:pt x="112" y="99"/>
                    <a:pt x="112" y="99"/>
                    <a:pt x="112" y="99"/>
                  </a:cubicBezTo>
                  <a:cubicBezTo>
                    <a:pt x="111" y="98"/>
                    <a:pt x="111" y="98"/>
                    <a:pt x="111" y="98"/>
                  </a:cubicBezTo>
                  <a:cubicBezTo>
                    <a:pt x="107" y="97"/>
                    <a:pt x="103" y="95"/>
                    <a:pt x="99" y="94"/>
                  </a:cubicBezTo>
                  <a:cubicBezTo>
                    <a:pt x="98" y="93"/>
                    <a:pt x="98" y="93"/>
                    <a:pt x="98" y="93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102" y="84"/>
                    <a:pt x="104" y="76"/>
                    <a:pt x="104" y="68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23" y="66"/>
                    <a:pt x="123" y="66"/>
                    <a:pt x="123" y="66"/>
                  </a:cubicBezTo>
                  <a:lnTo>
                    <a:pt x="123" y="6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FB30725F-D0EF-439D-8E41-F9F2EC9F6152}"/>
              </a:ext>
            </a:extLst>
          </p:cNvPr>
          <p:cNvGrpSpPr/>
          <p:nvPr userDrawn="1"/>
        </p:nvGrpSpPr>
        <p:grpSpPr>
          <a:xfrm>
            <a:off x="10458616" y="909518"/>
            <a:ext cx="504000" cy="504000"/>
            <a:chOff x="7982080" y="4240456"/>
            <a:chExt cx="504000" cy="504000"/>
          </a:xfrm>
          <a:solidFill>
            <a:srgbClr val="056F3D"/>
          </a:solidFill>
        </p:grpSpPr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321C5363-4DF6-4916-987C-B6702218EA21}"/>
                </a:ext>
              </a:extLst>
            </p:cNvPr>
            <p:cNvSpPr/>
            <p:nvPr/>
          </p:nvSpPr>
          <p:spPr>
            <a:xfrm>
              <a:off x="7982080" y="4240456"/>
              <a:ext cx="504000" cy="5040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69" name="Freeform 108">
              <a:extLst>
                <a:ext uri="{FF2B5EF4-FFF2-40B4-BE49-F238E27FC236}">
                  <a16:creationId xmlns:a16="http://schemas.microsoft.com/office/drawing/2014/main" id="{5EB69014-7CF2-415E-BDB6-C9EC32D9578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054080" y="4382788"/>
              <a:ext cx="360000" cy="219337"/>
            </a:xfrm>
            <a:custGeom>
              <a:avLst/>
              <a:gdLst>
                <a:gd name="T0" fmla="*/ 126 w 128"/>
                <a:gd name="T1" fmla="*/ 74 h 78"/>
                <a:gd name="T2" fmla="*/ 114 w 128"/>
                <a:gd name="T3" fmla="*/ 74 h 78"/>
                <a:gd name="T4" fmla="*/ 114 w 128"/>
                <a:gd name="T5" fmla="*/ 50 h 78"/>
                <a:gd name="T6" fmla="*/ 108 w 128"/>
                <a:gd name="T7" fmla="*/ 44 h 78"/>
                <a:gd name="T8" fmla="*/ 94 w 128"/>
                <a:gd name="T9" fmla="*/ 44 h 78"/>
                <a:gd name="T10" fmla="*/ 88 w 128"/>
                <a:gd name="T11" fmla="*/ 50 h 78"/>
                <a:gd name="T12" fmla="*/ 88 w 128"/>
                <a:gd name="T13" fmla="*/ 74 h 78"/>
                <a:gd name="T14" fmla="*/ 77 w 128"/>
                <a:gd name="T15" fmla="*/ 74 h 78"/>
                <a:gd name="T16" fmla="*/ 77 w 128"/>
                <a:gd name="T17" fmla="*/ 6 h 78"/>
                <a:gd name="T18" fmla="*/ 71 w 128"/>
                <a:gd name="T19" fmla="*/ 0 h 78"/>
                <a:gd name="T20" fmla="*/ 57 w 128"/>
                <a:gd name="T21" fmla="*/ 0 h 78"/>
                <a:gd name="T22" fmla="*/ 51 w 128"/>
                <a:gd name="T23" fmla="*/ 6 h 78"/>
                <a:gd name="T24" fmla="*/ 51 w 128"/>
                <a:gd name="T25" fmla="*/ 74 h 78"/>
                <a:gd name="T26" fmla="*/ 40 w 128"/>
                <a:gd name="T27" fmla="*/ 74 h 78"/>
                <a:gd name="T28" fmla="*/ 40 w 128"/>
                <a:gd name="T29" fmla="*/ 35 h 78"/>
                <a:gd name="T30" fmla="*/ 34 w 128"/>
                <a:gd name="T31" fmla="*/ 29 h 78"/>
                <a:gd name="T32" fmla="*/ 20 w 128"/>
                <a:gd name="T33" fmla="*/ 29 h 78"/>
                <a:gd name="T34" fmla="*/ 14 w 128"/>
                <a:gd name="T35" fmla="*/ 35 h 78"/>
                <a:gd name="T36" fmla="*/ 14 w 128"/>
                <a:gd name="T37" fmla="*/ 74 h 78"/>
                <a:gd name="T38" fmla="*/ 2 w 128"/>
                <a:gd name="T39" fmla="*/ 74 h 78"/>
                <a:gd name="T40" fmla="*/ 0 w 128"/>
                <a:gd name="T41" fmla="*/ 76 h 78"/>
                <a:gd name="T42" fmla="*/ 2 w 128"/>
                <a:gd name="T43" fmla="*/ 78 h 78"/>
                <a:gd name="T44" fmla="*/ 126 w 128"/>
                <a:gd name="T45" fmla="*/ 78 h 78"/>
                <a:gd name="T46" fmla="*/ 128 w 128"/>
                <a:gd name="T47" fmla="*/ 76 h 78"/>
                <a:gd name="T48" fmla="*/ 126 w 128"/>
                <a:gd name="T49" fmla="*/ 74 h 78"/>
                <a:gd name="T50" fmla="*/ 36 w 128"/>
                <a:gd name="T51" fmla="*/ 74 h 78"/>
                <a:gd name="T52" fmla="*/ 18 w 128"/>
                <a:gd name="T53" fmla="*/ 74 h 78"/>
                <a:gd name="T54" fmla="*/ 18 w 128"/>
                <a:gd name="T55" fmla="*/ 34 h 78"/>
                <a:gd name="T56" fmla="*/ 36 w 128"/>
                <a:gd name="T57" fmla="*/ 34 h 78"/>
                <a:gd name="T58" fmla="*/ 36 w 128"/>
                <a:gd name="T59" fmla="*/ 74 h 78"/>
                <a:gd name="T60" fmla="*/ 73 w 128"/>
                <a:gd name="T61" fmla="*/ 74 h 78"/>
                <a:gd name="T62" fmla="*/ 55 w 128"/>
                <a:gd name="T63" fmla="*/ 74 h 78"/>
                <a:gd name="T64" fmla="*/ 55 w 128"/>
                <a:gd name="T65" fmla="*/ 4 h 78"/>
                <a:gd name="T66" fmla="*/ 73 w 128"/>
                <a:gd name="T67" fmla="*/ 4 h 78"/>
                <a:gd name="T68" fmla="*/ 73 w 128"/>
                <a:gd name="T69" fmla="*/ 74 h 78"/>
                <a:gd name="T70" fmla="*/ 110 w 128"/>
                <a:gd name="T71" fmla="*/ 74 h 78"/>
                <a:gd name="T72" fmla="*/ 92 w 128"/>
                <a:gd name="T73" fmla="*/ 74 h 78"/>
                <a:gd name="T74" fmla="*/ 92 w 128"/>
                <a:gd name="T75" fmla="*/ 49 h 78"/>
                <a:gd name="T76" fmla="*/ 110 w 128"/>
                <a:gd name="T77" fmla="*/ 49 h 78"/>
                <a:gd name="T78" fmla="*/ 110 w 128"/>
                <a:gd name="T79" fmla="*/ 7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78">
                  <a:moveTo>
                    <a:pt x="126" y="74"/>
                  </a:moveTo>
                  <a:cubicBezTo>
                    <a:pt x="114" y="74"/>
                    <a:pt x="114" y="74"/>
                    <a:pt x="114" y="74"/>
                  </a:cubicBezTo>
                  <a:cubicBezTo>
                    <a:pt x="114" y="50"/>
                    <a:pt x="114" y="50"/>
                    <a:pt x="114" y="50"/>
                  </a:cubicBezTo>
                  <a:cubicBezTo>
                    <a:pt x="114" y="47"/>
                    <a:pt x="112" y="44"/>
                    <a:pt x="108" y="44"/>
                  </a:cubicBezTo>
                  <a:cubicBezTo>
                    <a:pt x="94" y="44"/>
                    <a:pt x="94" y="44"/>
                    <a:pt x="94" y="44"/>
                  </a:cubicBezTo>
                  <a:cubicBezTo>
                    <a:pt x="90" y="44"/>
                    <a:pt x="88" y="47"/>
                    <a:pt x="88" y="50"/>
                  </a:cubicBezTo>
                  <a:cubicBezTo>
                    <a:pt x="88" y="74"/>
                    <a:pt x="88" y="74"/>
                    <a:pt x="88" y="74"/>
                  </a:cubicBezTo>
                  <a:cubicBezTo>
                    <a:pt x="77" y="74"/>
                    <a:pt x="77" y="74"/>
                    <a:pt x="77" y="74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2"/>
                    <a:pt x="75" y="0"/>
                    <a:pt x="71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3" y="0"/>
                    <a:pt x="51" y="2"/>
                    <a:pt x="51" y="6"/>
                  </a:cubicBezTo>
                  <a:cubicBezTo>
                    <a:pt x="51" y="74"/>
                    <a:pt x="51" y="74"/>
                    <a:pt x="51" y="74"/>
                  </a:cubicBezTo>
                  <a:cubicBezTo>
                    <a:pt x="40" y="74"/>
                    <a:pt x="40" y="74"/>
                    <a:pt x="40" y="7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0" y="32"/>
                    <a:pt x="38" y="29"/>
                    <a:pt x="34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16" y="29"/>
                    <a:pt x="14" y="32"/>
                    <a:pt x="14" y="3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1" y="74"/>
                    <a:pt x="0" y="75"/>
                    <a:pt x="0" y="76"/>
                  </a:cubicBezTo>
                  <a:cubicBezTo>
                    <a:pt x="0" y="77"/>
                    <a:pt x="1" y="78"/>
                    <a:pt x="2" y="78"/>
                  </a:cubicBezTo>
                  <a:cubicBezTo>
                    <a:pt x="126" y="78"/>
                    <a:pt x="126" y="78"/>
                    <a:pt x="126" y="78"/>
                  </a:cubicBezTo>
                  <a:cubicBezTo>
                    <a:pt x="127" y="78"/>
                    <a:pt x="128" y="77"/>
                    <a:pt x="128" y="76"/>
                  </a:cubicBezTo>
                  <a:cubicBezTo>
                    <a:pt x="128" y="75"/>
                    <a:pt x="127" y="74"/>
                    <a:pt x="126" y="74"/>
                  </a:cubicBezTo>
                  <a:close/>
                  <a:moveTo>
                    <a:pt x="36" y="74"/>
                  </a:moveTo>
                  <a:cubicBezTo>
                    <a:pt x="18" y="74"/>
                    <a:pt x="18" y="74"/>
                    <a:pt x="18" y="7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36" y="34"/>
                    <a:pt x="36" y="34"/>
                    <a:pt x="36" y="34"/>
                  </a:cubicBezTo>
                  <a:lnTo>
                    <a:pt x="36" y="74"/>
                  </a:lnTo>
                  <a:close/>
                  <a:moveTo>
                    <a:pt x="73" y="74"/>
                  </a:moveTo>
                  <a:cubicBezTo>
                    <a:pt x="55" y="74"/>
                    <a:pt x="55" y="74"/>
                    <a:pt x="55" y="7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73" y="4"/>
                    <a:pt x="73" y="4"/>
                    <a:pt x="73" y="4"/>
                  </a:cubicBezTo>
                  <a:lnTo>
                    <a:pt x="73" y="74"/>
                  </a:lnTo>
                  <a:close/>
                  <a:moveTo>
                    <a:pt x="110" y="74"/>
                  </a:moveTo>
                  <a:cubicBezTo>
                    <a:pt x="92" y="74"/>
                    <a:pt x="92" y="74"/>
                    <a:pt x="92" y="74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110" y="49"/>
                    <a:pt x="110" y="49"/>
                    <a:pt x="110" y="49"/>
                  </a:cubicBezTo>
                  <a:lnTo>
                    <a:pt x="110" y="7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70" name="Freeform 105">
            <a:extLst>
              <a:ext uri="{FF2B5EF4-FFF2-40B4-BE49-F238E27FC236}">
                <a16:creationId xmlns:a16="http://schemas.microsoft.com/office/drawing/2014/main" id="{1625F15B-4B25-4739-A6B2-F6CEB1D1341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329321" y="968129"/>
            <a:ext cx="324000" cy="288713"/>
          </a:xfrm>
          <a:custGeom>
            <a:avLst/>
            <a:gdLst>
              <a:gd name="T0" fmla="*/ 101 w 128"/>
              <a:gd name="T1" fmla="*/ 41 h 114"/>
              <a:gd name="T2" fmla="*/ 125 w 128"/>
              <a:gd name="T3" fmla="*/ 17 h 114"/>
              <a:gd name="T4" fmla="*/ 128 w 128"/>
              <a:gd name="T5" fmla="*/ 10 h 114"/>
              <a:gd name="T6" fmla="*/ 125 w 128"/>
              <a:gd name="T7" fmla="*/ 3 h 114"/>
              <a:gd name="T8" fmla="*/ 111 w 128"/>
              <a:gd name="T9" fmla="*/ 3 h 114"/>
              <a:gd name="T10" fmla="*/ 87 w 128"/>
              <a:gd name="T11" fmla="*/ 27 h 114"/>
              <a:gd name="T12" fmla="*/ 6 w 128"/>
              <a:gd name="T13" fmla="*/ 27 h 114"/>
              <a:gd name="T14" fmla="*/ 0 w 128"/>
              <a:gd name="T15" fmla="*/ 33 h 114"/>
              <a:gd name="T16" fmla="*/ 0 w 128"/>
              <a:gd name="T17" fmla="*/ 108 h 114"/>
              <a:gd name="T18" fmla="*/ 6 w 128"/>
              <a:gd name="T19" fmla="*/ 114 h 114"/>
              <a:gd name="T20" fmla="*/ 95 w 128"/>
              <a:gd name="T21" fmla="*/ 114 h 114"/>
              <a:gd name="T22" fmla="*/ 101 w 128"/>
              <a:gd name="T23" fmla="*/ 108 h 114"/>
              <a:gd name="T24" fmla="*/ 101 w 128"/>
              <a:gd name="T25" fmla="*/ 41 h 114"/>
              <a:gd name="T26" fmla="*/ 96 w 128"/>
              <a:gd name="T27" fmla="*/ 109 h 114"/>
              <a:gd name="T28" fmla="*/ 5 w 128"/>
              <a:gd name="T29" fmla="*/ 109 h 114"/>
              <a:gd name="T30" fmla="*/ 5 w 128"/>
              <a:gd name="T31" fmla="*/ 32 h 114"/>
              <a:gd name="T32" fmla="*/ 83 w 128"/>
              <a:gd name="T33" fmla="*/ 32 h 114"/>
              <a:gd name="T34" fmla="*/ 63 w 128"/>
              <a:gd name="T35" fmla="*/ 52 h 114"/>
              <a:gd name="T36" fmla="*/ 62 w 128"/>
              <a:gd name="T37" fmla="*/ 54 h 114"/>
              <a:gd name="T38" fmla="*/ 62 w 128"/>
              <a:gd name="T39" fmla="*/ 64 h 114"/>
              <a:gd name="T40" fmla="*/ 63 w 128"/>
              <a:gd name="T41" fmla="*/ 66 h 114"/>
              <a:gd name="T42" fmla="*/ 64 w 128"/>
              <a:gd name="T43" fmla="*/ 66 h 114"/>
              <a:gd name="T44" fmla="*/ 75 w 128"/>
              <a:gd name="T45" fmla="*/ 66 h 114"/>
              <a:gd name="T46" fmla="*/ 76 w 128"/>
              <a:gd name="T47" fmla="*/ 66 h 114"/>
              <a:gd name="T48" fmla="*/ 76 w 128"/>
              <a:gd name="T49" fmla="*/ 66 h 114"/>
              <a:gd name="T50" fmla="*/ 96 w 128"/>
              <a:gd name="T51" fmla="*/ 46 h 114"/>
              <a:gd name="T52" fmla="*/ 96 w 128"/>
              <a:gd name="T53" fmla="*/ 109 h 114"/>
              <a:gd name="T54" fmla="*/ 74 w 128"/>
              <a:gd name="T55" fmla="*/ 62 h 114"/>
              <a:gd name="T56" fmla="*/ 67 w 128"/>
              <a:gd name="T57" fmla="*/ 62 h 114"/>
              <a:gd name="T58" fmla="*/ 67 w 128"/>
              <a:gd name="T59" fmla="*/ 55 h 114"/>
              <a:gd name="T60" fmla="*/ 115 w 128"/>
              <a:gd name="T61" fmla="*/ 6 h 114"/>
              <a:gd name="T62" fmla="*/ 118 w 128"/>
              <a:gd name="T63" fmla="*/ 5 h 114"/>
              <a:gd name="T64" fmla="*/ 122 w 128"/>
              <a:gd name="T65" fmla="*/ 6 h 114"/>
              <a:gd name="T66" fmla="*/ 122 w 128"/>
              <a:gd name="T67" fmla="*/ 14 h 114"/>
              <a:gd name="T68" fmla="*/ 74 w 128"/>
              <a:gd name="T69" fmla="*/ 62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28" h="114">
                <a:moveTo>
                  <a:pt x="101" y="41"/>
                </a:moveTo>
                <a:cubicBezTo>
                  <a:pt x="125" y="17"/>
                  <a:pt x="125" y="17"/>
                  <a:pt x="125" y="17"/>
                </a:cubicBezTo>
                <a:cubicBezTo>
                  <a:pt x="127" y="15"/>
                  <a:pt x="128" y="13"/>
                  <a:pt x="128" y="10"/>
                </a:cubicBezTo>
                <a:cubicBezTo>
                  <a:pt x="128" y="8"/>
                  <a:pt x="127" y="5"/>
                  <a:pt x="125" y="3"/>
                </a:cubicBezTo>
                <a:cubicBezTo>
                  <a:pt x="121" y="0"/>
                  <a:pt x="115" y="0"/>
                  <a:pt x="111" y="3"/>
                </a:cubicBezTo>
                <a:cubicBezTo>
                  <a:pt x="87" y="27"/>
                  <a:pt x="87" y="27"/>
                  <a:pt x="87" y="27"/>
                </a:cubicBezTo>
                <a:cubicBezTo>
                  <a:pt x="6" y="27"/>
                  <a:pt x="6" y="27"/>
                  <a:pt x="6" y="27"/>
                </a:cubicBezTo>
                <a:cubicBezTo>
                  <a:pt x="3" y="27"/>
                  <a:pt x="0" y="30"/>
                  <a:pt x="0" y="33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11"/>
                  <a:pt x="3" y="114"/>
                  <a:pt x="6" y="114"/>
                </a:cubicBezTo>
                <a:cubicBezTo>
                  <a:pt x="95" y="114"/>
                  <a:pt x="95" y="114"/>
                  <a:pt x="95" y="114"/>
                </a:cubicBezTo>
                <a:cubicBezTo>
                  <a:pt x="98" y="114"/>
                  <a:pt x="101" y="111"/>
                  <a:pt x="101" y="108"/>
                </a:cubicBezTo>
                <a:lnTo>
                  <a:pt x="101" y="41"/>
                </a:lnTo>
                <a:close/>
                <a:moveTo>
                  <a:pt x="96" y="109"/>
                </a:moveTo>
                <a:cubicBezTo>
                  <a:pt x="5" y="109"/>
                  <a:pt x="5" y="109"/>
                  <a:pt x="5" y="109"/>
                </a:cubicBezTo>
                <a:cubicBezTo>
                  <a:pt x="5" y="32"/>
                  <a:pt x="5" y="32"/>
                  <a:pt x="5" y="32"/>
                </a:cubicBezTo>
                <a:cubicBezTo>
                  <a:pt x="83" y="32"/>
                  <a:pt x="83" y="32"/>
                  <a:pt x="83" y="32"/>
                </a:cubicBezTo>
                <a:cubicBezTo>
                  <a:pt x="63" y="52"/>
                  <a:pt x="63" y="52"/>
                  <a:pt x="63" y="52"/>
                </a:cubicBezTo>
                <a:cubicBezTo>
                  <a:pt x="62" y="52"/>
                  <a:pt x="62" y="53"/>
                  <a:pt x="62" y="54"/>
                </a:cubicBezTo>
                <a:cubicBezTo>
                  <a:pt x="62" y="64"/>
                  <a:pt x="62" y="64"/>
                  <a:pt x="62" y="64"/>
                </a:cubicBezTo>
                <a:cubicBezTo>
                  <a:pt x="62" y="65"/>
                  <a:pt x="62" y="65"/>
                  <a:pt x="63" y="66"/>
                </a:cubicBezTo>
                <a:cubicBezTo>
                  <a:pt x="63" y="66"/>
                  <a:pt x="64" y="66"/>
                  <a:pt x="64" y="66"/>
                </a:cubicBezTo>
                <a:cubicBezTo>
                  <a:pt x="75" y="66"/>
                  <a:pt x="75" y="66"/>
                  <a:pt x="75" y="66"/>
                </a:cubicBezTo>
                <a:cubicBezTo>
                  <a:pt x="75" y="66"/>
                  <a:pt x="76" y="66"/>
                  <a:pt x="76" y="66"/>
                </a:cubicBezTo>
                <a:cubicBezTo>
                  <a:pt x="76" y="66"/>
                  <a:pt x="76" y="66"/>
                  <a:pt x="76" y="66"/>
                </a:cubicBezTo>
                <a:cubicBezTo>
                  <a:pt x="96" y="46"/>
                  <a:pt x="96" y="46"/>
                  <a:pt x="96" y="46"/>
                </a:cubicBezTo>
                <a:lnTo>
                  <a:pt x="96" y="109"/>
                </a:lnTo>
                <a:close/>
                <a:moveTo>
                  <a:pt x="74" y="62"/>
                </a:moveTo>
                <a:cubicBezTo>
                  <a:pt x="67" y="62"/>
                  <a:pt x="67" y="62"/>
                  <a:pt x="67" y="62"/>
                </a:cubicBezTo>
                <a:cubicBezTo>
                  <a:pt x="67" y="55"/>
                  <a:pt x="67" y="55"/>
                  <a:pt x="67" y="55"/>
                </a:cubicBezTo>
                <a:cubicBezTo>
                  <a:pt x="115" y="6"/>
                  <a:pt x="115" y="6"/>
                  <a:pt x="115" y="6"/>
                </a:cubicBezTo>
                <a:cubicBezTo>
                  <a:pt x="116" y="5"/>
                  <a:pt x="118" y="5"/>
                  <a:pt x="118" y="5"/>
                </a:cubicBezTo>
                <a:cubicBezTo>
                  <a:pt x="119" y="5"/>
                  <a:pt x="121" y="5"/>
                  <a:pt x="122" y="6"/>
                </a:cubicBezTo>
                <a:cubicBezTo>
                  <a:pt x="124" y="8"/>
                  <a:pt x="124" y="12"/>
                  <a:pt x="122" y="14"/>
                </a:cubicBezTo>
                <a:lnTo>
                  <a:pt x="74" y="62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1" name="Freeform 108">
            <a:extLst>
              <a:ext uri="{FF2B5EF4-FFF2-40B4-BE49-F238E27FC236}">
                <a16:creationId xmlns:a16="http://schemas.microsoft.com/office/drawing/2014/main" id="{5EB69014-7CF2-415E-BDB6-C9EC32D9578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339740" y="1019191"/>
            <a:ext cx="360000" cy="219337"/>
          </a:xfrm>
          <a:custGeom>
            <a:avLst/>
            <a:gdLst>
              <a:gd name="T0" fmla="*/ 126 w 128"/>
              <a:gd name="T1" fmla="*/ 74 h 78"/>
              <a:gd name="T2" fmla="*/ 114 w 128"/>
              <a:gd name="T3" fmla="*/ 74 h 78"/>
              <a:gd name="T4" fmla="*/ 114 w 128"/>
              <a:gd name="T5" fmla="*/ 50 h 78"/>
              <a:gd name="T6" fmla="*/ 108 w 128"/>
              <a:gd name="T7" fmla="*/ 44 h 78"/>
              <a:gd name="T8" fmla="*/ 94 w 128"/>
              <a:gd name="T9" fmla="*/ 44 h 78"/>
              <a:gd name="T10" fmla="*/ 88 w 128"/>
              <a:gd name="T11" fmla="*/ 50 h 78"/>
              <a:gd name="T12" fmla="*/ 88 w 128"/>
              <a:gd name="T13" fmla="*/ 74 h 78"/>
              <a:gd name="T14" fmla="*/ 77 w 128"/>
              <a:gd name="T15" fmla="*/ 74 h 78"/>
              <a:gd name="T16" fmla="*/ 77 w 128"/>
              <a:gd name="T17" fmla="*/ 6 h 78"/>
              <a:gd name="T18" fmla="*/ 71 w 128"/>
              <a:gd name="T19" fmla="*/ 0 h 78"/>
              <a:gd name="T20" fmla="*/ 57 w 128"/>
              <a:gd name="T21" fmla="*/ 0 h 78"/>
              <a:gd name="T22" fmla="*/ 51 w 128"/>
              <a:gd name="T23" fmla="*/ 6 h 78"/>
              <a:gd name="T24" fmla="*/ 51 w 128"/>
              <a:gd name="T25" fmla="*/ 74 h 78"/>
              <a:gd name="T26" fmla="*/ 40 w 128"/>
              <a:gd name="T27" fmla="*/ 74 h 78"/>
              <a:gd name="T28" fmla="*/ 40 w 128"/>
              <a:gd name="T29" fmla="*/ 35 h 78"/>
              <a:gd name="T30" fmla="*/ 34 w 128"/>
              <a:gd name="T31" fmla="*/ 29 h 78"/>
              <a:gd name="T32" fmla="*/ 20 w 128"/>
              <a:gd name="T33" fmla="*/ 29 h 78"/>
              <a:gd name="T34" fmla="*/ 14 w 128"/>
              <a:gd name="T35" fmla="*/ 35 h 78"/>
              <a:gd name="T36" fmla="*/ 14 w 128"/>
              <a:gd name="T37" fmla="*/ 74 h 78"/>
              <a:gd name="T38" fmla="*/ 2 w 128"/>
              <a:gd name="T39" fmla="*/ 74 h 78"/>
              <a:gd name="T40" fmla="*/ 0 w 128"/>
              <a:gd name="T41" fmla="*/ 76 h 78"/>
              <a:gd name="T42" fmla="*/ 2 w 128"/>
              <a:gd name="T43" fmla="*/ 78 h 78"/>
              <a:gd name="T44" fmla="*/ 126 w 128"/>
              <a:gd name="T45" fmla="*/ 78 h 78"/>
              <a:gd name="T46" fmla="*/ 128 w 128"/>
              <a:gd name="T47" fmla="*/ 76 h 78"/>
              <a:gd name="T48" fmla="*/ 126 w 128"/>
              <a:gd name="T49" fmla="*/ 74 h 78"/>
              <a:gd name="T50" fmla="*/ 36 w 128"/>
              <a:gd name="T51" fmla="*/ 74 h 78"/>
              <a:gd name="T52" fmla="*/ 18 w 128"/>
              <a:gd name="T53" fmla="*/ 74 h 78"/>
              <a:gd name="T54" fmla="*/ 18 w 128"/>
              <a:gd name="T55" fmla="*/ 34 h 78"/>
              <a:gd name="T56" fmla="*/ 36 w 128"/>
              <a:gd name="T57" fmla="*/ 34 h 78"/>
              <a:gd name="T58" fmla="*/ 36 w 128"/>
              <a:gd name="T59" fmla="*/ 74 h 78"/>
              <a:gd name="T60" fmla="*/ 73 w 128"/>
              <a:gd name="T61" fmla="*/ 74 h 78"/>
              <a:gd name="T62" fmla="*/ 55 w 128"/>
              <a:gd name="T63" fmla="*/ 74 h 78"/>
              <a:gd name="T64" fmla="*/ 55 w 128"/>
              <a:gd name="T65" fmla="*/ 4 h 78"/>
              <a:gd name="T66" fmla="*/ 73 w 128"/>
              <a:gd name="T67" fmla="*/ 4 h 78"/>
              <a:gd name="T68" fmla="*/ 73 w 128"/>
              <a:gd name="T69" fmla="*/ 74 h 78"/>
              <a:gd name="T70" fmla="*/ 110 w 128"/>
              <a:gd name="T71" fmla="*/ 74 h 78"/>
              <a:gd name="T72" fmla="*/ 92 w 128"/>
              <a:gd name="T73" fmla="*/ 74 h 78"/>
              <a:gd name="T74" fmla="*/ 92 w 128"/>
              <a:gd name="T75" fmla="*/ 49 h 78"/>
              <a:gd name="T76" fmla="*/ 110 w 128"/>
              <a:gd name="T77" fmla="*/ 49 h 78"/>
              <a:gd name="T78" fmla="*/ 110 w 128"/>
              <a:gd name="T79" fmla="*/ 74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8" h="78">
                <a:moveTo>
                  <a:pt x="126" y="74"/>
                </a:moveTo>
                <a:cubicBezTo>
                  <a:pt x="114" y="74"/>
                  <a:pt x="114" y="74"/>
                  <a:pt x="114" y="74"/>
                </a:cubicBezTo>
                <a:cubicBezTo>
                  <a:pt x="114" y="50"/>
                  <a:pt x="114" y="50"/>
                  <a:pt x="114" y="50"/>
                </a:cubicBezTo>
                <a:cubicBezTo>
                  <a:pt x="114" y="47"/>
                  <a:pt x="112" y="44"/>
                  <a:pt x="108" y="44"/>
                </a:cubicBezTo>
                <a:cubicBezTo>
                  <a:pt x="94" y="44"/>
                  <a:pt x="94" y="44"/>
                  <a:pt x="94" y="44"/>
                </a:cubicBezTo>
                <a:cubicBezTo>
                  <a:pt x="90" y="44"/>
                  <a:pt x="88" y="47"/>
                  <a:pt x="88" y="50"/>
                </a:cubicBezTo>
                <a:cubicBezTo>
                  <a:pt x="88" y="74"/>
                  <a:pt x="88" y="74"/>
                  <a:pt x="88" y="74"/>
                </a:cubicBezTo>
                <a:cubicBezTo>
                  <a:pt x="77" y="74"/>
                  <a:pt x="77" y="74"/>
                  <a:pt x="77" y="74"/>
                </a:cubicBezTo>
                <a:cubicBezTo>
                  <a:pt x="77" y="6"/>
                  <a:pt x="77" y="6"/>
                  <a:pt x="77" y="6"/>
                </a:cubicBezTo>
                <a:cubicBezTo>
                  <a:pt x="77" y="2"/>
                  <a:pt x="75" y="0"/>
                  <a:pt x="71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3" y="0"/>
                  <a:pt x="51" y="2"/>
                  <a:pt x="51" y="6"/>
                </a:cubicBezTo>
                <a:cubicBezTo>
                  <a:pt x="51" y="74"/>
                  <a:pt x="51" y="74"/>
                  <a:pt x="51" y="74"/>
                </a:cubicBezTo>
                <a:cubicBezTo>
                  <a:pt x="40" y="74"/>
                  <a:pt x="40" y="74"/>
                  <a:pt x="40" y="74"/>
                </a:cubicBezTo>
                <a:cubicBezTo>
                  <a:pt x="40" y="35"/>
                  <a:pt x="40" y="35"/>
                  <a:pt x="40" y="35"/>
                </a:cubicBezTo>
                <a:cubicBezTo>
                  <a:pt x="40" y="32"/>
                  <a:pt x="38" y="29"/>
                  <a:pt x="34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16" y="29"/>
                  <a:pt x="14" y="32"/>
                  <a:pt x="14" y="35"/>
                </a:cubicBezTo>
                <a:cubicBezTo>
                  <a:pt x="14" y="74"/>
                  <a:pt x="14" y="74"/>
                  <a:pt x="14" y="74"/>
                </a:cubicBezTo>
                <a:cubicBezTo>
                  <a:pt x="2" y="74"/>
                  <a:pt x="2" y="74"/>
                  <a:pt x="2" y="74"/>
                </a:cubicBezTo>
                <a:cubicBezTo>
                  <a:pt x="1" y="74"/>
                  <a:pt x="0" y="75"/>
                  <a:pt x="0" y="76"/>
                </a:cubicBezTo>
                <a:cubicBezTo>
                  <a:pt x="0" y="77"/>
                  <a:pt x="1" y="78"/>
                  <a:pt x="2" y="78"/>
                </a:cubicBezTo>
                <a:cubicBezTo>
                  <a:pt x="126" y="78"/>
                  <a:pt x="126" y="78"/>
                  <a:pt x="126" y="78"/>
                </a:cubicBezTo>
                <a:cubicBezTo>
                  <a:pt x="127" y="78"/>
                  <a:pt x="128" y="77"/>
                  <a:pt x="128" y="76"/>
                </a:cubicBezTo>
                <a:cubicBezTo>
                  <a:pt x="128" y="75"/>
                  <a:pt x="127" y="74"/>
                  <a:pt x="126" y="74"/>
                </a:cubicBezTo>
                <a:close/>
                <a:moveTo>
                  <a:pt x="36" y="74"/>
                </a:moveTo>
                <a:cubicBezTo>
                  <a:pt x="18" y="74"/>
                  <a:pt x="18" y="74"/>
                  <a:pt x="18" y="74"/>
                </a:cubicBezTo>
                <a:cubicBezTo>
                  <a:pt x="18" y="34"/>
                  <a:pt x="18" y="34"/>
                  <a:pt x="18" y="34"/>
                </a:cubicBezTo>
                <a:cubicBezTo>
                  <a:pt x="36" y="34"/>
                  <a:pt x="36" y="34"/>
                  <a:pt x="36" y="34"/>
                </a:cubicBezTo>
                <a:lnTo>
                  <a:pt x="36" y="74"/>
                </a:lnTo>
                <a:close/>
                <a:moveTo>
                  <a:pt x="73" y="74"/>
                </a:moveTo>
                <a:cubicBezTo>
                  <a:pt x="55" y="74"/>
                  <a:pt x="55" y="74"/>
                  <a:pt x="55" y="74"/>
                </a:cubicBezTo>
                <a:cubicBezTo>
                  <a:pt x="55" y="4"/>
                  <a:pt x="55" y="4"/>
                  <a:pt x="55" y="4"/>
                </a:cubicBezTo>
                <a:cubicBezTo>
                  <a:pt x="73" y="4"/>
                  <a:pt x="73" y="4"/>
                  <a:pt x="73" y="4"/>
                </a:cubicBezTo>
                <a:lnTo>
                  <a:pt x="73" y="74"/>
                </a:lnTo>
                <a:close/>
                <a:moveTo>
                  <a:pt x="110" y="74"/>
                </a:moveTo>
                <a:cubicBezTo>
                  <a:pt x="92" y="74"/>
                  <a:pt x="92" y="74"/>
                  <a:pt x="92" y="74"/>
                </a:cubicBezTo>
                <a:cubicBezTo>
                  <a:pt x="92" y="49"/>
                  <a:pt x="92" y="49"/>
                  <a:pt x="92" y="49"/>
                </a:cubicBezTo>
                <a:cubicBezTo>
                  <a:pt x="110" y="49"/>
                  <a:pt x="110" y="49"/>
                  <a:pt x="110" y="49"/>
                </a:cubicBezTo>
                <a:lnTo>
                  <a:pt x="110" y="74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2" name="Freeform 96">
            <a:extLst>
              <a:ext uri="{FF2B5EF4-FFF2-40B4-BE49-F238E27FC236}">
                <a16:creationId xmlns:a16="http://schemas.microsoft.com/office/drawing/2014/main" id="{F20D0201-B83E-428C-92F8-76C9C7CEE8BB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38678" y="999745"/>
            <a:ext cx="324000" cy="325074"/>
          </a:xfrm>
          <a:custGeom>
            <a:avLst/>
            <a:gdLst>
              <a:gd name="T0" fmla="*/ 64 w 128"/>
              <a:gd name="T1" fmla="*/ 128 h 128"/>
              <a:gd name="T2" fmla="*/ 20 w 128"/>
              <a:gd name="T3" fmla="*/ 24 h 128"/>
              <a:gd name="T4" fmla="*/ 48 w 128"/>
              <a:gd name="T5" fmla="*/ 7 h 128"/>
              <a:gd name="T6" fmla="*/ 33 w 128"/>
              <a:gd name="T7" fmla="*/ 30 h 128"/>
              <a:gd name="T8" fmla="*/ 21 w 128"/>
              <a:gd name="T9" fmla="*/ 26 h 128"/>
              <a:gd name="T10" fmla="*/ 5 w 128"/>
              <a:gd name="T11" fmla="*/ 60 h 128"/>
              <a:gd name="T12" fmla="*/ 16 w 128"/>
              <a:gd name="T13" fmla="*/ 29 h 128"/>
              <a:gd name="T14" fmla="*/ 30 w 128"/>
              <a:gd name="T15" fmla="*/ 35 h 128"/>
              <a:gd name="T16" fmla="*/ 24 w 128"/>
              <a:gd name="T17" fmla="*/ 62 h 128"/>
              <a:gd name="T18" fmla="*/ 17 w 128"/>
              <a:gd name="T19" fmla="*/ 98 h 128"/>
              <a:gd name="T20" fmla="*/ 9 w 128"/>
              <a:gd name="T21" fmla="*/ 87 h 128"/>
              <a:gd name="T22" fmla="*/ 24 w 128"/>
              <a:gd name="T23" fmla="*/ 66 h 128"/>
              <a:gd name="T24" fmla="*/ 30 w 128"/>
              <a:gd name="T25" fmla="*/ 93 h 128"/>
              <a:gd name="T26" fmla="*/ 48 w 128"/>
              <a:gd name="T27" fmla="*/ 121 h 128"/>
              <a:gd name="T28" fmla="*/ 20 w 128"/>
              <a:gd name="T29" fmla="*/ 104 h 128"/>
              <a:gd name="T30" fmla="*/ 31 w 128"/>
              <a:gd name="T31" fmla="*/ 98 h 128"/>
              <a:gd name="T32" fmla="*/ 49 w 128"/>
              <a:gd name="T33" fmla="*/ 119 h 128"/>
              <a:gd name="T34" fmla="*/ 62 w 128"/>
              <a:gd name="T35" fmla="*/ 122 h 128"/>
              <a:gd name="T36" fmla="*/ 37 w 128"/>
              <a:gd name="T37" fmla="*/ 97 h 128"/>
              <a:gd name="T38" fmla="*/ 60 w 128"/>
              <a:gd name="T39" fmla="*/ 92 h 128"/>
              <a:gd name="T40" fmla="*/ 62 w 128"/>
              <a:gd name="T41" fmla="*/ 88 h 128"/>
              <a:gd name="T42" fmla="*/ 34 w 128"/>
              <a:gd name="T43" fmla="*/ 92 h 128"/>
              <a:gd name="T44" fmla="*/ 29 w 128"/>
              <a:gd name="T45" fmla="*/ 66 h 128"/>
              <a:gd name="T46" fmla="*/ 62 w 128"/>
              <a:gd name="T47" fmla="*/ 62 h 128"/>
              <a:gd name="T48" fmla="*/ 34 w 128"/>
              <a:gd name="T49" fmla="*/ 38 h 128"/>
              <a:gd name="T50" fmla="*/ 60 w 128"/>
              <a:gd name="T51" fmla="*/ 40 h 128"/>
              <a:gd name="T52" fmla="*/ 62 w 128"/>
              <a:gd name="T53" fmla="*/ 36 h 128"/>
              <a:gd name="T54" fmla="*/ 36 w 128"/>
              <a:gd name="T55" fmla="*/ 32 h 128"/>
              <a:gd name="T56" fmla="*/ 60 w 128"/>
              <a:gd name="T57" fmla="*/ 7 h 128"/>
              <a:gd name="T58" fmla="*/ 111 w 128"/>
              <a:gd name="T59" fmla="*/ 30 h 128"/>
              <a:gd name="T60" fmla="*/ 119 w 128"/>
              <a:gd name="T61" fmla="*/ 41 h 128"/>
              <a:gd name="T62" fmla="*/ 104 w 128"/>
              <a:gd name="T63" fmla="*/ 62 h 128"/>
              <a:gd name="T64" fmla="*/ 98 w 128"/>
              <a:gd name="T65" fmla="*/ 35 h 128"/>
              <a:gd name="T66" fmla="*/ 80 w 128"/>
              <a:gd name="T67" fmla="*/ 7 h 128"/>
              <a:gd name="T68" fmla="*/ 108 w 128"/>
              <a:gd name="T69" fmla="*/ 24 h 128"/>
              <a:gd name="T70" fmla="*/ 97 w 128"/>
              <a:gd name="T71" fmla="*/ 30 h 128"/>
              <a:gd name="T72" fmla="*/ 79 w 128"/>
              <a:gd name="T73" fmla="*/ 9 h 128"/>
              <a:gd name="T74" fmla="*/ 66 w 128"/>
              <a:gd name="T75" fmla="*/ 6 h 128"/>
              <a:gd name="T76" fmla="*/ 91 w 128"/>
              <a:gd name="T77" fmla="*/ 31 h 128"/>
              <a:gd name="T78" fmla="*/ 68 w 128"/>
              <a:gd name="T79" fmla="*/ 36 h 128"/>
              <a:gd name="T80" fmla="*/ 66 w 128"/>
              <a:gd name="T81" fmla="*/ 40 h 128"/>
              <a:gd name="T82" fmla="*/ 94 w 128"/>
              <a:gd name="T83" fmla="*/ 36 h 128"/>
              <a:gd name="T84" fmla="*/ 99 w 128"/>
              <a:gd name="T85" fmla="*/ 62 h 128"/>
              <a:gd name="T86" fmla="*/ 66 w 128"/>
              <a:gd name="T87" fmla="*/ 66 h 128"/>
              <a:gd name="T88" fmla="*/ 94 w 128"/>
              <a:gd name="T89" fmla="*/ 90 h 128"/>
              <a:gd name="T90" fmla="*/ 68 w 128"/>
              <a:gd name="T91" fmla="*/ 88 h 128"/>
              <a:gd name="T92" fmla="*/ 66 w 128"/>
              <a:gd name="T93" fmla="*/ 122 h 128"/>
              <a:gd name="T94" fmla="*/ 90 w 128"/>
              <a:gd name="T95" fmla="*/ 95 h 128"/>
              <a:gd name="T96" fmla="*/ 80 w 128"/>
              <a:gd name="T97" fmla="*/ 112 h 128"/>
              <a:gd name="T98" fmla="*/ 108 w 128"/>
              <a:gd name="T99" fmla="*/ 104 h 128"/>
              <a:gd name="T100" fmla="*/ 80 w 128"/>
              <a:gd name="T101" fmla="*/ 121 h 128"/>
              <a:gd name="T102" fmla="*/ 95 w 128"/>
              <a:gd name="T103" fmla="*/ 98 h 128"/>
              <a:gd name="T104" fmla="*/ 107 w 128"/>
              <a:gd name="T105" fmla="*/ 102 h 128"/>
              <a:gd name="T106" fmla="*/ 123 w 128"/>
              <a:gd name="T107" fmla="*/ 68 h 128"/>
              <a:gd name="T108" fmla="*/ 112 w 128"/>
              <a:gd name="T109" fmla="*/ 99 h 128"/>
              <a:gd name="T110" fmla="*/ 98 w 128"/>
              <a:gd name="T111" fmla="*/ 93 h 128"/>
              <a:gd name="T112" fmla="*/ 104 w 128"/>
              <a:gd name="T113" fmla="*/ 6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  <a:moveTo>
                  <a:pt x="20" y="24"/>
                </a:moveTo>
                <a:cubicBezTo>
                  <a:pt x="21" y="23"/>
                  <a:pt x="21" y="23"/>
                  <a:pt x="22" y="22"/>
                </a:cubicBezTo>
                <a:cubicBezTo>
                  <a:pt x="27" y="17"/>
                  <a:pt x="34" y="12"/>
                  <a:pt x="41" y="9"/>
                </a:cubicBezTo>
                <a:cubicBezTo>
                  <a:pt x="43" y="8"/>
                  <a:pt x="46" y="7"/>
                  <a:pt x="48" y="7"/>
                </a:cubicBezTo>
                <a:cubicBezTo>
                  <a:pt x="54" y="5"/>
                  <a:pt x="54" y="5"/>
                  <a:pt x="54" y="5"/>
                </a:cubicBezTo>
                <a:cubicBezTo>
                  <a:pt x="49" y="9"/>
                  <a:pt x="49" y="9"/>
                  <a:pt x="49" y="9"/>
                </a:cubicBezTo>
                <a:cubicBezTo>
                  <a:pt x="43" y="15"/>
                  <a:pt x="37" y="22"/>
                  <a:pt x="33" y="30"/>
                </a:cubicBezTo>
                <a:cubicBezTo>
                  <a:pt x="32" y="31"/>
                  <a:pt x="32" y="31"/>
                  <a:pt x="32" y="31"/>
                </a:cubicBezTo>
                <a:cubicBezTo>
                  <a:pt x="31" y="30"/>
                  <a:pt x="31" y="30"/>
                  <a:pt x="31" y="30"/>
                </a:cubicBezTo>
                <a:cubicBezTo>
                  <a:pt x="27" y="29"/>
                  <a:pt x="24" y="28"/>
                  <a:pt x="21" y="26"/>
                </a:cubicBezTo>
                <a:cubicBezTo>
                  <a:pt x="19" y="25"/>
                  <a:pt x="19" y="25"/>
                  <a:pt x="19" y="25"/>
                </a:cubicBezTo>
                <a:lnTo>
                  <a:pt x="20" y="24"/>
                </a:lnTo>
                <a:close/>
                <a:moveTo>
                  <a:pt x="5" y="60"/>
                </a:moveTo>
                <a:cubicBezTo>
                  <a:pt x="5" y="54"/>
                  <a:pt x="7" y="47"/>
                  <a:pt x="9" y="41"/>
                </a:cubicBezTo>
                <a:cubicBezTo>
                  <a:pt x="11" y="37"/>
                  <a:pt x="13" y="33"/>
                  <a:pt x="15" y="30"/>
                </a:cubicBezTo>
                <a:cubicBezTo>
                  <a:pt x="16" y="29"/>
                  <a:pt x="16" y="29"/>
                  <a:pt x="16" y="29"/>
                </a:cubicBezTo>
                <a:cubicBezTo>
                  <a:pt x="17" y="30"/>
                  <a:pt x="17" y="30"/>
                  <a:pt x="17" y="30"/>
                </a:cubicBezTo>
                <a:cubicBezTo>
                  <a:pt x="21" y="31"/>
                  <a:pt x="25" y="33"/>
                  <a:pt x="29" y="34"/>
                </a:cubicBezTo>
                <a:cubicBezTo>
                  <a:pt x="30" y="35"/>
                  <a:pt x="30" y="35"/>
                  <a:pt x="30" y="35"/>
                </a:cubicBezTo>
                <a:cubicBezTo>
                  <a:pt x="29" y="36"/>
                  <a:pt x="29" y="36"/>
                  <a:pt x="29" y="36"/>
                </a:cubicBezTo>
                <a:cubicBezTo>
                  <a:pt x="26" y="44"/>
                  <a:pt x="24" y="52"/>
                  <a:pt x="24" y="60"/>
                </a:cubicBezTo>
                <a:cubicBezTo>
                  <a:pt x="24" y="62"/>
                  <a:pt x="24" y="62"/>
                  <a:pt x="24" y="62"/>
                </a:cubicBezTo>
                <a:cubicBezTo>
                  <a:pt x="5" y="62"/>
                  <a:pt x="5" y="62"/>
                  <a:pt x="5" y="62"/>
                </a:cubicBezTo>
                <a:lnTo>
                  <a:pt x="5" y="60"/>
                </a:lnTo>
                <a:close/>
                <a:moveTo>
                  <a:pt x="17" y="98"/>
                </a:moveTo>
                <a:cubicBezTo>
                  <a:pt x="16" y="99"/>
                  <a:pt x="16" y="99"/>
                  <a:pt x="16" y="99"/>
                </a:cubicBezTo>
                <a:cubicBezTo>
                  <a:pt x="15" y="98"/>
                  <a:pt x="15" y="98"/>
                  <a:pt x="15" y="98"/>
                </a:cubicBezTo>
                <a:cubicBezTo>
                  <a:pt x="13" y="95"/>
                  <a:pt x="11" y="91"/>
                  <a:pt x="9" y="87"/>
                </a:cubicBezTo>
                <a:cubicBezTo>
                  <a:pt x="7" y="81"/>
                  <a:pt x="5" y="74"/>
                  <a:pt x="5" y="68"/>
                </a:cubicBezTo>
                <a:cubicBezTo>
                  <a:pt x="5" y="66"/>
                  <a:pt x="5" y="66"/>
                  <a:pt x="5" y="66"/>
                </a:cubicBezTo>
                <a:cubicBezTo>
                  <a:pt x="24" y="66"/>
                  <a:pt x="24" y="66"/>
                  <a:pt x="24" y="66"/>
                </a:cubicBezTo>
                <a:cubicBezTo>
                  <a:pt x="24" y="68"/>
                  <a:pt x="24" y="68"/>
                  <a:pt x="24" y="68"/>
                </a:cubicBezTo>
                <a:cubicBezTo>
                  <a:pt x="24" y="76"/>
                  <a:pt x="26" y="84"/>
                  <a:pt x="29" y="92"/>
                </a:cubicBezTo>
                <a:cubicBezTo>
                  <a:pt x="30" y="93"/>
                  <a:pt x="30" y="93"/>
                  <a:pt x="30" y="93"/>
                </a:cubicBezTo>
                <a:cubicBezTo>
                  <a:pt x="29" y="94"/>
                  <a:pt x="29" y="94"/>
                  <a:pt x="29" y="94"/>
                </a:cubicBezTo>
                <a:cubicBezTo>
                  <a:pt x="25" y="95"/>
                  <a:pt x="21" y="97"/>
                  <a:pt x="17" y="98"/>
                </a:cubicBezTo>
                <a:close/>
                <a:moveTo>
                  <a:pt x="48" y="121"/>
                </a:moveTo>
                <a:cubicBezTo>
                  <a:pt x="46" y="121"/>
                  <a:pt x="43" y="120"/>
                  <a:pt x="41" y="119"/>
                </a:cubicBezTo>
                <a:cubicBezTo>
                  <a:pt x="34" y="116"/>
                  <a:pt x="27" y="112"/>
                  <a:pt x="22" y="106"/>
                </a:cubicBezTo>
                <a:cubicBezTo>
                  <a:pt x="21" y="105"/>
                  <a:pt x="21" y="105"/>
                  <a:pt x="20" y="104"/>
                </a:cubicBezTo>
                <a:cubicBezTo>
                  <a:pt x="19" y="103"/>
                  <a:pt x="19" y="103"/>
                  <a:pt x="19" y="103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4" y="100"/>
                  <a:pt x="27" y="99"/>
                  <a:pt x="31" y="98"/>
                </a:cubicBezTo>
                <a:cubicBezTo>
                  <a:pt x="32" y="97"/>
                  <a:pt x="32" y="97"/>
                  <a:pt x="32" y="97"/>
                </a:cubicBezTo>
                <a:cubicBezTo>
                  <a:pt x="33" y="98"/>
                  <a:pt x="33" y="98"/>
                  <a:pt x="33" y="98"/>
                </a:cubicBezTo>
                <a:cubicBezTo>
                  <a:pt x="37" y="106"/>
                  <a:pt x="43" y="113"/>
                  <a:pt x="49" y="119"/>
                </a:cubicBezTo>
                <a:cubicBezTo>
                  <a:pt x="54" y="123"/>
                  <a:pt x="54" y="123"/>
                  <a:pt x="54" y="123"/>
                </a:cubicBezTo>
                <a:lnTo>
                  <a:pt x="48" y="121"/>
                </a:lnTo>
                <a:close/>
                <a:moveTo>
                  <a:pt x="62" y="122"/>
                </a:moveTo>
                <a:cubicBezTo>
                  <a:pt x="60" y="121"/>
                  <a:pt x="60" y="121"/>
                  <a:pt x="60" y="121"/>
                </a:cubicBezTo>
                <a:cubicBezTo>
                  <a:pt x="55" y="118"/>
                  <a:pt x="52" y="115"/>
                  <a:pt x="48" y="112"/>
                </a:cubicBezTo>
                <a:cubicBezTo>
                  <a:pt x="44" y="107"/>
                  <a:pt x="40" y="103"/>
                  <a:pt x="37" y="97"/>
                </a:cubicBezTo>
                <a:cubicBezTo>
                  <a:pt x="36" y="96"/>
                  <a:pt x="36" y="96"/>
                  <a:pt x="36" y="96"/>
                </a:cubicBezTo>
                <a:cubicBezTo>
                  <a:pt x="38" y="95"/>
                  <a:pt x="38" y="95"/>
                  <a:pt x="38" y="95"/>
                </a:cubicBezTo>
                <a:cubicBezTo>
                  <a:pt x="45" y="94"/>
                  <a:pt x="53" y="93"/>
                  <a:pt x="60" y="92"/>
                </a:cubicBezTo>
                <a:cubicBezTo>
                  <a:pt x="62" y="92"/>
                  <a:pt x="62" y="92"/>
                  <a:pt x="62" y="92"/>
                </a:cubicBezTo>
                <a:lnTo>
                  <a:pt x="62" y="122"/>
                </a:lnTo>
                <a:close/>
                <a:moveTo>
                  <a:pt x="62" y="88"/>
                </a:moveTo>
                <a:cubicBezTo>
                  <a:pt x="60" y="88"/>
                  <a:pt x="60" y="88"/>
                  <a:pt x="60" y="88"/>
                </a:cubicBezTo>
                <a:cubicBezTo>
                  <a:pt x="52" y="88"/>
                  <a:pt x="44" y="89"/>
                  <a:pt x="36" y="91"/>
                </a:cubicBezTo>
                <a:cubicBezTo>
                  <a:pt x="34" y="92"/>
                  <a:pt x="34" y="92"/>
                  <a:pt x="34" y="92"/>
                </a:cubicBezTo>
                <a:cubicBezTo>
                  <a:pt x="34" y="90"/>
                  <a:pt x="34" y="90"/>
                  <a:pt x="34" y="90"/>
                </a:cubicBezTo>
                <a:cubicBezTo>
                  <a:pt x="31" y="83"/>
                  <a:pt x="29" y="76"/>
                  <a:pt x="29" y="68"/>
                </a:cubicBezTo>
                <a:cubicBezTo>
                  <a:pt x="29" y="66"/>
                  <a:pt x="29" y="66"/>
                  <a:pt x="29" y="66"/>
                </a:cubicBezTo>
                <a:cubicBezTo>
                  <a:pt x="62" y="66"/>
                  <a:pt x="62" y="66"/>
                  <a:pt x="62" y="66"/>
                </a:cubicBezTo>
                <a:lnTo>
                  <a:pt x="62" y="88"/>
                </a:lnTo>
                <a:close/>
                <a:moveTo>
                  <a:pt x="62" y="62"/>
                </a:moveTo>
                <a:cubicBezTo>
                  <a:pt x="29" y="62"/>
                  <a:pt x="29" y="62"/>
                  <a:pt x="29" y="62"/>
                </a:cubicBezTo>
                <a:cubicBezTo>
                  <a:pt x="29" y="60"/>
                  <a:pt x="29" y="60"/>
                  <a:pt x="29" y="60"/>
                </a:cubicBezTo>
                <a:cubicBezTo>
                  <a:pt x="29" y="52"/>
                  <a:pt x="31" y="45"/>
                  <a:pt x="34" y="38"/>
                </a:cubicBezTo>
                <a:cubicBezTo>
                  <a:pt x="34" y="37"/>
                  <a:pt x="34" y="37"/>
                  <a:pt x="34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44" y="39"/>
                  <a:pt x="52" y="40"/>
                  <a:pt x="60" y="40"/>
                </a:cubicBezTo>
                <a:cubicBezTo>
                  <a:pt x="62" y="40"/>
                  <a:pt x="62" y="40"/>
                  <a:pt x="62" y="40"/>
                </a:cubicBezTo>
                <a:lnTo>
                  <a:pt x="62" y="62"/>
                </a:lnTo>
                <a:close/>
                <a:moveTo>
                  <a:pt x="62" y="36"/>
                </a:moveTo>
                <a:cubicBezTo>
                  <a:pt x="60" y="36"/>
                  <a:pt x="60" y="36"/>
                  <a:pt x="60" y="36"/>
                </a:cubicBezTo>
                <a:cubicBezTo>
                  <a:pt x="53" y="35"/>
                  <a:pt x="45" y="34"/>
                  <a:pt x="38" y="33"/>
                </a:cubicBezTo>
                <a:cubicBezTo>
                  <a:pt x="36" y="32"/>
                  <a:pt x="36" y="32"/>
                  <a:pt x="36" y="32"/>
                </a:cubicBezTo>
                <a:cubicBezTo>
                  <a:pt x="37" y="31"/>
                  <a:pt x="37" y="31"/>
                  <a:pt x="37" y="31"/>
                </a:cubicBezTo>
                <a:cubicBezTo>
                  <a:pt x="40" y="25"/>
                  <a:pt x="44" y="21"/>
                  <a:pt x="48" y="17"/>
                </a:cubicBezTo>
                <a:cubicBezTo>
                  <a:pt x="52" y="13"/>
                  <a:pt x="55" y="10"/>
                  <a:pt x="60" y="7"/>
                </a:cubicBezTo>
                <a:cubicBezTo>
                  <a:pt x="62" y="6"/>
                  <a:pt x="62" y="6"/>
                  <a:pt x="62" y="6"/>
                </a:cubicBezTo>
                <a:lnTo>
                  <a:pt x="62" y="36"/>
                </a:lnTo>
                <a:close/>
                <a:moveTo>
                  <a:pt x="111" y="30"/>
                </a:moveTo>
                <a:cubicBezTo>
                  <a:pt x="112" y="29"/>
                  <a:pt x="112" y="29"/>
                  <a:pt x="112" y="29"/>
                </a:cubicBezTo>
                <a:cubicBezTo>
                  <a:pt x="113" y="30"/>
                  <a:pt x="113" y="30"/>
                  <a:pt x="113" y="30"/>
                </a:cubicBezTo>
                <a:cubicBezTo>
                  <a:pt x="115" y="33"/>
                  <a:pt x="117" y="37"/>
                  <a:pt x="119" y="41"/>
                </a:cubicBezTo>
                <a:cubicBezTo>
                  <a:pt x="121" y="47"/>
                  <a:pt x="123" y="54"/>
                  <a:pt x="123" y="60"/>
                </a:cubicBezTo>
                <a:cubicBezTo>
                  <a:pt x="123" y="62"/>
                  <a:pt x="123" y="62"/>
                  <a:pt x="123" y="62"/>
                </a:cubicBezTo>
                <a:cubicBezTo>
                  <a:pt x="104" y="62"/>
                  <a:pt x="104" y="62"/>
                  <a:pt x="104" y="62"/>
                </a:cubicBezTo>
                <a:cubicBezTo>
                  <a:pt x="104" y="60"/>
                  <a:pt x="104" y="60"/>
                  <a:pt x="104" y="60"/>
                </a:cubicBezTo>
                <a:cubicBezTo>
                  <a:pt x="104" y="52"/>
                  <a:pt x="102" y="44"/>
                  <a:pt x="98" y="36"/>
                </a:cubicBezTo>
                <a:cubicBezTo>
                  <a:pt x="98" y="35"/>
                  <a:pt x="98" y="35"/>
                  <a:pt x="98" y="35"/>
                </a:cubicBezTo>
                <a:cubicBezTo>
                  <a:pt x="99" y="34"/>
                  <a:pt x="99" y="34"/>
                  <a:pt x="99" y="34"/>
                </a:cubicBezTo>
                <a:cubicBezTo>
                  <a:pt x="103" y="33"/>
                  <a:pt x="107" y="31"/>
                  <a:pt x="111" y="30"/>
                </a:cubicBezTo>
                <a:close/>
                <a:moveTo>
                  <a:pt x="80" y="7"/>
                </a:moveTo>
                <a:cubicBezTo>
                  <a:pt x="82" y="7"/>
                  <a:pt x="85" y="8"/>
                  <a:pt x="87" y="9"/>
                </a:cubicBezTo>
                <a:cubicBezTo>
                  <a:pt x="94" y="12"/>
                  <a:pt x="101" y="17"/>
                  <a:pt x="106" y="22"/>
                </a:cubicBezTo>
                <a:cubicBezTo>
                  <a:pt x="107" y="23"/>
                  <a:pt x="107" y="23"/>
                  <a:pt x="108" y="24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07" y="26"/>
                  <a:pt x="107" y="26"/>
                  <a:pt x="107" y="26"/>
                </a:cubicBezTo>
                <a:cubicBezTo>
                  <a:pt x="104" y="28"/>
                  <a:pt x="101" y="29"/>
                  <a:pt x="97" y="30"/>
                </a:cubicBezTo>
                <a:cubicBezTo>
                  <a:pt x="96" y="31"/>
                  <a:pt x="96" y="31"/>
                  <a:pt x="96" y="31"/>
                </a:cubicBezTo>
                <a:cubicBezTo>
                  <a:pt x="95" y="30"/>
                  <a:pt x="95" y="30"/>
                  <a:pt x="95" y="30"/>
                </a:cubicBezTo>
                <a:cubicBezTo>
                  <a:pt x="91" y="22"/>
                  <a:pt x="85" y="15"/>
                  <a:pt x="79" y="9"/>
                </a:cubicBezTo>
                <a:cubicBezTo>
                  <a:pt x="74" y="5"/>
                  <a:pt x="74" y="5"/>
                  <a:pt x="74" y="5"/>
                </a:cubicBezTo>
                <a:lnTo>
                  <a:pt x="80" y="7"/>
                </a:lnTo>
                <a:close/>
                <a:moveTo>
                  <a:pt x="66" y="6"/>
                </a:moveTo>
                <a:cubicBezTo>
                  <a:pt x="68" y="7"/>
                  <a:pt x="68" y="7"/>
                  <a:pt x="68" y="7"/>
                </a:cubicBezTo>
                <a:cubicBezTo>
                  <a:pt x="73" y="10"/>
                  <a:pt x="76" y="13"/>
                  <a:pt x="80" y="16"/>
                </a:cubicBezTo>
                <a:cubicBezTo>
                  <a:pt x="84" y="21"/>
                  <a:pt x="88" y="25"/>
                  <a:pt x="91" y="31"/>
                </a:cubicBezTo>
                <a:cubicBezTo>
                  <a:pt x="91" y="32"/>
                  <a:pt x="91" y="32"/>
                  <a:pt x="91" y="32"/>
                </a:cubicBezTo>
                <a:cubicBezTo>
                  <a:pt x="90" y="33"/>
                  <a:pt x="90" y="33"/>
                  <a:pt x="90" y="33"/>
                </a:cubicBezTo>
                <a:cubicBezTo>
                  <a:pt x="83" y="34"/>
                  <a:pt x="75" y="35"/>
                  <a:pt x="68" y="36"/>
                </a:cubicBezTo>
                <a:cubicBezTo>
                  <a:pt x="66" y="36"/>
                  <a:pt x="66" y="36"/>
                  <a:pt x="66" y="36"/>
                </a:cubicBezTo>
                <a:lnTo>
                  <a:pt x="66" y="6"/>
                </a:lnTo>
                <a:close/>
                <a:moveTo>
                  <a:pt x="66" y="40"/>
                </a:moveTo>
                <a:cubicBezTo>
                  <a:pt x="68" y="40"/>
                  <a:pt x="68" y="40"/>
                  <a:pt x="68" y="40"/>
                </a:cubicBezTo>
                <a:cubicBezTo>
                  <a:pt x="76" y="40"/>
                  <a:pt x="84" y="39"/>
                  <a:pt x="92" y="37"/>
                </a:cubicBezTo>
                <a:cubicBezTo>
                  <a:pt x="94" y="36"/>
                  <a:pt x="94" y="36"/>
                  <a:pt x="94" y="36"/>
                </a:cubicBezTo>
                <a:cubicBezTo>
                  <a:pt x="94" y="38"/>
                  <a:pt x="94" y="38"/>
                  <a:pt x="94" y="38"/>
                </a:cubicBezTo>
                <a:cubicBezTo>
                  <a:pt x="97" y="45"/>
                  <a:pt x="99" y="52"/>
                  <a:pt x="99" y="60"/>
                </a:cubicBezTo>
                <a:cubicBezTo>
                  <a:pt x="99" y="62"/>
                  <a:pt x="99" y="62"/>
                  <a:pt x="99" y="62"/>
                </a:cubicBezTo>
                <a:cubicBezTo>
                  <a:pt x="66" y="62"/>
                  <a:pt x="66" y="62"/>
                  <a:pt x="66" y="62"/>
                </a:cubicBezTo>
                <a:lnTo>
                  <a:pt x="66" y="40"/>
                </a:lnTo>
                <a:close/>
                <a:moveTo>
                  <a:pt x="66" y="66"/>
                </a:moveTo>
                <a:cubicBezTo>
                  <a:pt x="99" y="66"/>
                  <a:pt x="99" y="66"/>
                  <a:pt x="99" y="66"/>
                </a:cubicBezTo>
                <a:cubicBezTo>
                  <a:pt x="99" y="68"/>
                  <a:pt x="99" y="68"/>
                  <a:pt x="99" y="68"/>
                </a:cubicBezTo>
                <a:cubicBezTo>
                  <a:pt x="99" y="76"/>
                  <a:pt x="97" y="83"/>
                  <a:pt x="94" y="90"/>
                </a:cubicBezTo>
                <a:cubicBezTo>
                  <a:pt x="94" y="91"/>
                  <a:pt x="94" y="91"/>
                  <a:pt x="94" y="91"/>
                </a:cubicBezTo>
                <a:cubicBezTo>
                  <a:pt x="92" y="91"/>
                  <a:pt x="92" y="91"/>
                  <a:pt x="92" y="91"/>
                </a:cubicBezTo>
                <a:cubicBezTo>
                  <a:pt x="84" y="89"/>
                  <a:pt x="76" y="88"/>
                  <a:pt x="68" y="88"/>
                </a:cubicBezTo>
                <a:cubicBezTo>
                  <a:pt x="66" y="88"/>
                  <a:pt x="66" y="88"/>
                  <a:pt x="66" y="88"/>
                </a:cubicBezTo>
                <a:lnTo>
                  <a:pt x="66" y="66"/>
                </a:lnTo>
                <a:close/>
                <a:moveTo>
                  <a:pt x="66" y="122"/>
                </a:moveTo>
                <a:cubicBezTo>
                  <a:pt x="66" y="92"/>
                  <a:pt x="66" y="92"/>
                  <a:pt x="66" y="92"/>
                </a:cubicBezTo>
                <a:cubicBezTo>
                  <a:pt x="68" y="92"/>
                  <a:pt x="68" y="92"/>
                  <a:pt x="68" y="92"/>
                </a:cubicBezTo>
                <a:cubicBezTo>
                  <a:pt x="75" y="93"/>
                  <a:pt x="83" y="94"/>
                  <a:pt x="90" y="95"/>
                </a:cubicBezTo>
                <a:cubicBezTo>
                  <a:pt x="91" y="96"/>
                  <a:pt x="91" y="96"/>
                  <a:pt x="91" y="96"/>
                </a:cubicBezTo>
                <a:cubicBezTo>
                  <a:pt x="91" y="97"/>
                  <a:pt x="91" y="97"/>
                  <a:pt x="91" y="97"/>
                </a:cubicBezTo>
                <a:cubicBezTo>
                  <a:pt x="88" y="103"/>
                  <a:pt x="84" y="107"/>
                  <a:pt x="80" y="112"/>
                </a:cubicBezTo>
                <a:cubicBezTo>
                  <a:pt x="76" y="115"/>
                  <a:pt x="73" y="118"/>
                  <a:pt x="68" y="121"/>
                </a:cubicBezTo>
                <a:lnTo>
                  <a:pt x="66" y="122"/>
                </a:lnTo>
                <a:close/>
                <a:moveTo>
                  <a:pt x="108" y="104"/>
                </a:moveTo>
                <a:cubicBezTo>
                  <a:pt x="107" y="105"/>
                  <a:pt x="107" y="105"/>
                  <a:pt x="106" y="106"/>
                </a:cubicBezTo>
                <a:cubicBezTo>
                  <a:pt x="101" y="112"/>
                  <a:pt x="94" y="116"/>
                  <a:pt x="87" y="119"/>
                </a:cubicBezTo>
                <a:cubicBezTo>
                  <a:pt x="85" y="120"/>
                  <a:pt x="82" y="121"/>
                  <a:pt x="80" y="121"/>
                </a:cubicBezTo>
                <a:cubicBezTo>
                  <a:pt x="74" y="123"/>
                  <a:pt x="74" y="123"/>
                  <a:pt x="74" y="123"/>
                </a:cubicBezTo>
                <a:cubicBezTo>
                  <a:pt x="79" y="119"/>
                  <a:pt x="79" y="119"/>
                  <a:pt x="79" y="119"/>
                </a:cubicBezTo>
                <a:cubicBezTo>
                  <a:pt x="85" y="113"/>
                  <a:pt x="91" y="106"/>
                  <a:pt x="95" y="98"/>
                </a:cubicBezTo>
                <a:cubicBezTo>
                  <a:pt x="96" y="97"/>
                  <a:pt x="96" y="97"/>
                  <a:pt x="96" y="97"/>
                </a:cubicBezTo>
                <a:cubicBezTo>
                  <a:pt x="97" y="98"/>
                  <a:pt x="97" y="98"/>
                  <a:pt x="97" y="98"/>
                </a:cubicBezTo>
                <a:cubicBezTo>
                  <a:pt x="101" y="99"/>
                  <a:pt x="104" y="100"/>
                  <a:pt x="107" y="102"/>
                </a:cubicBezTo>
                <a:cubicBezTo>
                  <a:pt x="109" y="103"/>
                  <a:pt x="109" y="103"/>
                  <a:pt x="109" y="103"/>
                </a:cubicBezTo>
                <a:lnTo>
                  <a:pt x="108" y="104"/>
                </a:lnTo>
                <a:close/>
                <a:moveTo>
                  <a:pt x="123" y="68"/>
                </a:moveTo>
                <a:cubicBezTo>
                  <a:pt x="123" y="74"/>
                  <a:pt x="121" y="81"/>
                  <a:pt x="119" y="87"/>
                </a:cubicBezTo>
                <a:cubicBezTo>
                  <a:pt x="117" y="91"/>
                  <a:pt x="115" y="95"/>
                  <a:pt x="113" y="98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1" y="98"/>
                  <a:pt x="111" y="98"/>
                  <a:pt x="111" y="98"/>
                </a:cubicBezTo>
                <a:cubicBezTo>
                  <a:pt x="107" y="97"/>
                  <a:pt x="103" y="95"/>
                  <a:pt x="99" y="94"/>
                </a:cubicBezTo>
                <a:cubicBezTo>
                  <a:pt x="98" y="93"/>
                  <a:pt x="98" y="93"/>
                  <a:pt x="98" y="93"/>
                </a:cubicBezTo>
                <a:cubicBezTo>
                  <a:pt x="98" y="92"/>
                  <a:pt x="98" y="92"/>
                  <a:pt x="98" y="92"/>
                </a:cubicBezTo>
                <a:cubicBezTo>
                  <a:pt x="102" y="84"/>
                  <a:pt x="104" y="76"/>
                  <a:pt x="104" y="68"/>
                </a:cubicBezTo>
                <a:cubicBezTo>
                  <a:pt x="104" y="66"/>
                  <a:pt x="104" y="66"/>
                  <a:pt x="104" y="66"/>
                </a:cubicBezTo>
                <a:cubicBezTo>
                  <a:pt x="123" y="66"/>
                  <a:pt x="123" y="66"/>
                  <a:pt x="123" y="66"/>
                </a:cubicBezTo>
                <a:lnTo>
                  <a:pt x="123" y="68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3" name="Freeform 73">
            <a:extLst>
              <a:ext uri="{FF2B5EF4-FFF2-40B4-BE49-F238E27FC236}">
                <a16:creationId xmlns:a16="http://schemas.microsoft.com/office/drawing/2014/main" id="{9DBE3738-D62A-4EA8-97A5-61DF626CFC2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548616" y="967339"/>
            <a:ext cx="324000" cy="364952"/>
          </a:xfrm>
          <a:custGeom>
            <a:avLst/>
            <a:gdLst>
              <a:gd name="T0" fmla="*/ 114 w 114"/>
              <a:gd name="T1" fmla="*/ 95 h 128"/>
              <a:gd name="T2" fmla="*/ 114 w 114"/>
              <a:gd name="T3" fmla="*/ 34 h 128"/>
              <a:gd name="T4" fmla="*/ 112 w 114"/>
              <a:gd name="T5" fmla="*/ 32 h 128"/>
              <a:gd name="T6" fmla="*/ 58 w 114"/>
              <a:gd name="T7" fmla="*/ 1 h 128"/>
              <a:gd name="T8" fmla="*/ 57 w 114"/>
              <a:gd name="T9" fmla="*/ 0 h 128"/>
              <a:gd name="T10" fmla="*/ 56 w 114"/>
              <a:gd name="T11" fmla="*/ 1 h 128"/>
              <a:gd name="T12" fmla="*/ 1 w 114"/>
              <a:gd name="T13" fmla="*/ 32 h 128"/>
              <a:gd name="T14" fmla="*/ 0 w 114"/>
              <a:gd name="T15" fmla="*/ 34 h 128"/>
              <a:gd name="T16" fmla="*/ 0 w 114"/>
              <a:gd name="T17" fmla="*/ 94 h 128"/>
              <a:gd name="T18" fmla="*/ 0 w 114"/>
              <a:gd name="T19" fmla="*/ 95 h 128"/>
              <a:gd name="T20" fmla="*/ 1 w 114"/>
              <a:gd name="T21" fmla="*/ 97 h 128"/>
              <a:gd name="T22" fmla="*/ 56 w 114"/>
              <a:gd name="T23" fmla="*/ 128 h 128"/>
              <a:gd name="T24" fmla="*/ 58 w 114"/>
              <a:gd name="T25" fmla="*/ 128 h 128"/>
              <a:gd name="T26" fmla="*/ 112 w 114"/>
              <a:gd name="T27" fmla="*/ 97 h 128"/>
              <a:gd name="T28" fmla="*/ 114 w 114"/>
              <a:gd name="T29" fmla="*/ 95 h 128"/>
              <a:gd name="T30" fmla="*/ 55 w 114"/>
              <a:gd name="T31" fmla="*/ 122 h 128"/>
              <a:gd name="T32" fmla="*/ 5 w 114"/>
              <a:gd name="T33" fmla="*/ 93 h 128"/>
              <a:gd name="T34" fmla="*/ 5 w 114"/>
              <a:gd name="T35" fmla="*/ 38 h 128"/>
              <a:gd name="T36" fmla="*/ 55 w 114"/>
              <a:gd name="T37" fmla="*/ 67 h 128"/>
              <a:gd name="T38" fmla="*/ 55 w 114"/>
              <a:gd name="T39" fmla="*/ 122 h 128"/>
              <a:gd name="T40" fmla="*/ 57 w 114"/>
              <a:gd name="T41" fmla="*/ 63 h 128"/>
              <a:gd name="T42" fmla="*/ 7 w 114"/>
              <a:gd name="T43" fmla="*/ 34 h 128"/>
              <a:gd name="T44" fmla="*/ 57 w 114"/>
              <a:gd name="T45" fmla="*/ 5 h 128"/>
              <a:gd name="T46" fmla="*/ 107 w 114"/>
              <a:gd name="T47" fmla="*/ 34 h 128"/>
              <a:gd name="T48" fmla="*/ 57 w 114"/>
              <a:gd name="T49" fmla="*/ 63 h 128"/>
              <a:gd name="T50" fmla="*/ 109 w 114"/>
              <a:gd name="T51" fmla="*/ 93 h 128"/>
              <a:gd name="T52" fmla="*/ 59 w 114"/>
              <a:gd name="T53" fmla="*/ 122 h 128"/>
              <a:gd name="T54" fmla="*/ 59 w 114"/>
              <a:gd name="T55" fmla="*/ 67 h 128"/>
              <a:gd name="T56" fmla="*/ 109 w 114"/>
              <a:gd name="T57" fmla="*/ 38 h 128"/>
              <a:gd name="T58" fmla="*/ 109 w 114"/>
              <a:gd name="T59" fmla="*/ 9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4" h="128">
                <a:moveTo>
                  <a:pt x="114" y="95"/>
                </a:moveTo>
                <a:cubicBezTo>
                  <a:pt x="114" y="34"/>
                  <a:pt x="114" y="34"/>
                  <a:pt x="114" y="34"/>
                </a:cubicBezTo>
                <a:cubicBezTo>
                  <a:pt x="114" y="33"/>
                  <a:pt x="113" y="32"/>
                  <a:pt x="112" y="32"/>
                </a:cubicBezTo>
                <a:cubicBezTo>
                  <a:pt x="58" y="1"/>
                  <a:pt x="58" y="1"/>
                  <a:pt x="58" y="1"/>
                </a:cubicBezTo>
                <a:cubicBezTo>
                  <a:pt x="58" y="0"/>
                  <a:pt x="57" y="0"/>
                  <a:pt x="57" y="0"/>
                </a:cubicBezTo>
                <a:cubicBezTo>
                  <a:pt x="57" y="0"/>
                  <a:pt x="56" y="0"/>
                  <a:pt x="56" y="1"/>
                </a:cubicBezTo>
                <a:cubicBezTo>
                  <a:pt x="1" y="32"/>
                  <a:pt x="1" y="32"/>
                  <a:pt x="1" y="32"/>
                </a:cubicBezTo>
                <a:cubicBezTo>
                  <a:pt x="1" y="32"/>
                  <a:pt x="0" y="33"/>
                  <a:pt x="0" y="34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4"/>
                  <a:pt x="0" y="95"/>
                  <a:pt x="0" y="95"/>
                </a:cubicBezTo>
                <a:cubicBezTo>
                  <a:pt x="0" y="95"/>
                  <a:pt x="1" y="96"/>
                  <a:pt x="1" y="97"/>
                </a:cubicBezTo>
                <a:cubicBezTo>
                  <a:pt x="56" y="128"/>
                  <a:pt x="56" y="128"/>
                  <a:pt x="56" y="128"/>
                </a:cubicBezTo>
                <a:cubicBezTo>
                  <a:pt x="56" y="128"/>
                  <a:pt x="57" y="128"/>
                  <a:pt x="58" y="128"/>
                </a:cubicBezTo>
                <a:cubicBezTo>
                  <a:pt x="112" y="97"/>
                  <a:pt x="112" y="97"/>
                  <a:pt x="112" y="97"/>
                </a:cubicBezTo>
                <a:cubicBezTo>
                  <a:pt x="113" y="96"/>
                  <a:pt x="114" y="95"/>
                  <a:pt x="114" y="95"/>
                </a:cubicBezTo>
                <a:close/>
                <a:moveTo>
                  <a:pt x="55" y="122"/>
                </a:moveTo>
                <a:cubicBezTo>
                  <a:pt x="5" y="93"/>
                  <a:pt x="5" y="93"/>
                  <a:pt x="5" y="93"/>
                </a:cubicBezTo>
                <a:cubicBezTo>
                  <a:pt x="5" y="38"/>
                  <a:pt x="5" y="38"/>
                  <a:pt x="5" y="38"/>
                </a:cubicBezTo>
                <a:cubicBezTo>
                  <a:pt x="55" y="67"/>
                  <a:pt x="55" y="67"/>
                  <a:pt x="55" y="67"/>
                </a:cubicBezTo>
                <a:lnTo>
                  <a:pt x="55" y="122"/>
                </a:lnTo>
                <a:close/>
                <a:moveTo>
                  <a:pt x="57" y="63"/>
                </a:moveTo>
                <a:cubicBezTo>
                  <a:pt x="7" y="34"/>
                  <a:pt x="7" y="34"/>
                  <a:pt x="7" y="34"/>
                </a:cubicBezTo>
                <a:cubicBezTo>
                  <a:pt x="57" y="5"/>
                  <a:pt x="57" y="5"/>
                  <a:pt x="57" y="5"/>
                </a:cubicBezTo>
                <a:cubicBezTo>
                  <a:pt x="107" y="34"/>
                  <a:pt x="107" y="34"/>
                  <a:pt x="107" y="34"/>
                </a:cubicBezTo>
                <a:lnTo>
                  <a:pt x="57" y="63"/>
                </a:lnTo>
                <a:close/>
                <a:moveTo>
                  <a:pt x="109" y="93"/>
                </a:moveTo>
                <a:cubicBezTo>
                  <a:pt x="59" y="122"/>
                  <a:pt x="59" y="122"/>
                  <a:pt x="59" y="122"/>
                </a:cubicBezTo>
                <a:cubicBezTo>
                  <a:pt x="59" y="67"/>
                  <a:pt x="59" y="67"/>
                  <a:pt x="59" y="67"/>
                </a:cubicBezTo>
                <a:cubicBezTo>
                  <a:pt x="109" y="38"/>
                  <a:pt x="109" y="38"/>
                  <a:pt x="109" y="38"/>
                </a:cubicBezTo>
                <a:lnTo>
                  <a:pt x="109" y="9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74635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Bulle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204550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8" name="组合 1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40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7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31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6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24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47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8" name="内容占位符 2"/>
          <p:cNvSpPr>
            <a:spLocks noGrp="1"/>
          </p:cNvSpPr>
          <p:nvPr>
            <p:ph idx="1"/>
          </p:nvPr>
        </p:nvSpPr>
        <p:spPr>
          <a:xfrm>
            <a:off x="6746368" y="1386323"/>
            <a:ext cx="5194800" cy="2232000"/>
          </a:xfrm>
        </p:spPr>
        <p:txBody>
          <a:bodyPr>
            <a:norm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endParaRPr lang="en-US" altLang="zh-CN" dirty="0"/>
          </a:p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1300449" y="960401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endParaRPr lang="zh-CN" altLang="en-US" dirty="0"/>
          </a:p>
        </p:txBody>
      </p:sp>
      <p:sp>
        <p:nvSpPr>
          <p:cNvPr id="65" name="矩形 64"/>
          <p:cNvSpPr/>
          <p:nvPr userDrawn="1"/>
        </p:nvSpPr>
        <p:spPr>
          <a:xfrm>
            <a:off x="4371422" y="976523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endParaRPr lang="zh-CN" altLang="en-US" dirty="0"/>
          </a:p>
        </p:txBody>
      </p:sp>
      <p:sp>
        <p:nvSpPr>
          <p:cNvPr id="66" name="矩形 65"/>
          <p:cNvSpPr/>
          <p:nvPr userDrawn="1"/>
        </p:nvSpPr>
        <p:spPr>
          <a:xfrm>
            <a:off x="7412057" y="982555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endParaRPr lang="zh-CN" altLang="en-US" dirty="0"/>
          </a:p>
        </p:txBody>
      </p:sp>
      <p:sp>
        <p:nvSpPr>
          <p:cNvPr id="67" name="矩形 66"/>
          <p:cNvSpPr/>
          <p:nvPr userDrawn="1"/>
        </p:nvSpPr>
        <p:spPr>
          <a:xfrm>
            <a:off x="10443686" y="1002131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4</a:t>
            </a:r>
            <a:endParaRPr lang="zh-CN" altLang="en-US" dirty="0"/>
          </a:p>
        </p:txBody>
      </p:sp>
      <p:sp>
        <p:nvSpPr>
          <p:cNvPr id="69" name="内容占位符 2"/>
          <p:cNvSpPr>
            <a:spLocks noGrp="1"/>
          </p:cNvSpPr>
          <p:nvPr>
            <p:ph idx="14"/>
          </p:nvPr>
        </p:nvSpPr>
        <p:spPr>
          <a:xfrm>
            <a:off x="6746368" y="3841171"/>
            <a:ext cx="5194800" cy="2232000"/>
          </a:xfrm>
        </p:spPr>
        <p:txBody>
          <a:bodyPr>
            <a:norm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endParaRPr lang="en-US" altLang="zh-CN" dirty="0"/>
          </a:p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0" name="内容占位符 2"/>
          <p:cNvSpPr>
            <a:spLocks noGrp="1"/>
          </p:cNvSpPr>
          <p:nvPr>
            <p:ph idx="15"/>
          </p:nvPr>
        </p:nvSpPr>
        <p:spPr>
          <a:xfrm>
            <a:off x="996624" y="3827722"/>
            <a:ext cx="5194800" cy="2232000"/>
          </a:xfrm>
        </p:spPr>
        <p:txBody>
          <a:bodyPr>
            <a:norm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endParaRPr lang="en-US" altLang="zh-CN" dirty="0"/>
          </a:p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8" name="Freeform 111">
            <a:extLst>
              <a:ext uri="{FF2B5EF4-FFF2-40B4-BE49-F238E27FC236}">
                <a16:creationId xmlns:a16="http://schemas.microsoft.com/office/drawing/2014/main" id="{0DF72E7F-70D6-4A5D-98C3-4F9EC858A78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724000" y="1183128"/>
            <a:ext cx="468000" cy="437996"/>
          </a:xfrm>
          <a:custGeom>
            <a:avLst/>
            <a:gdLst>
              <a:gd name="T0" fmla="*/ 98 w 132"/>
              <a:gd name="T1" fmla="*/ 9 h 128"/>
              <a:gd name="T2" fmla="*/ 11 w 132"/>
              <a:gd name="T3" fmla="*/ 32 h 128"/>
              <a:gd name="T4" fmla="*/ 34 w 132"/>
              <a:gd name="T5" fmla="*/ 119 h 128"/>
              <a:gd name="T6" fmla="*/ 121 w 132"/>
              <a:gd name="T7" fmla="*/ 96 h 128"/>
              <a:gd name="T8" fmla="*/ 125 w 132"/>
              <a:gd name="T9" fmla="*/ 55 h 128"/>
              <a:gd name="T10" fmla="*/ 125 w 132"/>
              <a:gd name="T11" fmla="*/ 65 h 128"/>
              <a:gd name="T12" fmla="*/ 97 w 132"/>
              <a:gd name="T13" fmla="*/ 79 h 128"/>
              <a:gd name="T14" fmla="*/ 125 w 132"/>
              <a:gd name="T15" fmla="*/ 55 h 128"/>
              <a:gd name="T16" fmla="*/ 123 w 132"/>
              <a:gd name="T17" fmla="*/ 46 h 128"/>
              <a:gd name="T18" fmla="*/ 93 w 132"/>
              <a:gd name="T19" fmla="*/ 77 h 128"/>
              <a:gd name="T20" fmla="*/ 119 w 132"/>
              <a:gd name="T21" fmla="*/ 36 h 128"/>
              <a:gd name="T22" fmla="*/ 111 w 132"/>
              <a:gd name="T23" fmla="*/ 25 h 128"/>
              <a:gd name="T24" fmla="*/ 116 w 132"/>
              <a:gd name="T25" fmla="*/ 31 h 128"/>
              <a:gd name="T26" fmla="*/ 79 w 132"/>
              <a:gd name="T27" fmla="*/ 69 h 128"/>
              <a:gd name="T28" fmla="*/ 110 w 132"/>
              <a:gd name="T29" fmla="*/ 24 h 128"/>
              <a:gd name="T30" fmla="*/ 68 w 132"/>
              <a:gd name="T31" fmla="*/ 5 h 128"/>
              <a:gd name="T32" fmla="*/ 77 w 132"/>
              <a:gd name="T33" fmla="*/ 6 h 128"/>
              <a:gd name="T34" fmla="*/ 68 w 132"/>
              <a:gd name="T35" fmla="*/ 17 h 128"/>
              <a:gd name="T36" fmla="*/ 68 w 132"/>
              <a:gd name="T37" fmla="*/ 24 h 128"/>
              <a:gd name="T38" fmla="*/ 85 w 132"/>
              <a:gd name="T39" fmla="*/ 8 h 128"/>
              <a:gd name="T40" fmla="*/ 95 w 132"/>
              <a:gd name="T41" fmla="*/ 12 h 128"/>
              <a:gd name="T42" fmla="*/ 68 w 132"/>
              <a:gd name="T43" fmla="*/ 24 h 128"/>
              <a:gd name="T44" fmla="*/ 99 w 132"/>
              <a:gd name="T45" fmla="*/ 14 h 128"/>
              <a:gd name="T46" fmla="*/ 106 w 132"/>
              <a:gd name="T47" fmla="*/ 20 h 128"/>
              <a:gd name="T48" fmla="*/ 68 w 132"/>
              <a:gd name="T49" fmla="*/ 59 h 128"/>
              <a:gd name="T50" fmla="*/ 115 w 132"/>
              <a:gd name="T51" fmla="*/ 97 h 128"/>
              <a:gd name="T52" fmla="*/ 95 w 132"/>
              <a:gd name="T53" fmla="*/ 116 h 128"/>
              <a:gd name="T54" fmla="*/ 51 w 132"/>
              <a:gd name="T55" fmla="*/ 121 h 128"/>
              <a:gd name="T56" fmla="*/ 19 w 132"/>
              <a:gd name="T57" fmla="*/ 100 h 128"/>
              <a:gd name="T58" fmla="*/ 7 w 132"/>
              <a:gd name="T59" fmla="*/ 57 h 128"/>
              <a:gd name="T60" fmla="*/ 24 w 132"/>
              <a:gd name="T61" fmla="*/ 22 h 128"/>
              <a:gd name="T62" fmla="*/ 62 w 132"/>
              <a:gd name="T63" fmla="*/ 5 h 128"/>
              <a:gd name="T64" fmla="*/ 64 w 132"/>
              <a:gd name="T65" fmla="*/ 64 h 128"/>
              <a:gd name="T66" fmla="*/ 116 w 132"/>
              <a:gd name="T67" fmla="*/ 96 h 128"/>
              <a:gd name="T68" fmla="*/ 119 w 132"/>
              <a:gd name="T69" fmla="*/ 92 h 128"/>
              <a:gd name="T70" fmla="*/ 125 w 132"/>
              <a:gd name="T71" fmla="*/ 72 h 128"/>
              <a:gd name="T72" fmla="*/ 119 w 132"/>
              <a:gd name="T73" fmla="*/ 9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32" h="128">
                <a:moveTo>
                  <a:pt x="128" y="47"/>
                </a:moveTo>
                <a:cubicBezTo>
                  <a:pt x="123" y="31"/>
                  <a:pt x="113" y="17"/>
                  <a:pt x="98" y="9"/>
                </a:cubicBezTo>
                <a:cubicBezTo>
                  <a:pt x="88" y="3"/>
                  <a:pt x="77" y="0"/>
                  <a:pt x="66" y="0"/>
                </a:cubicBezTo>
                <a:cubicBezTo>
                  <a:pt x="43" y="0"/>
                  <a:pt x="22" y="12"/>
                  <a:pt x="11" y="32"/>
                </a:cubicBezTo>
                <a:cubicBezTo>
                  <a:pt x="2" y="47"/>
                  <a:pt x="0" y="64"/>
                  <a:pt x="4" y="81"/>
                </a:cubicBezTo>
                <a:cubicBezTo>
                  <a:pt x="9" y="97"/>
                  <a:pt x="19" y="111"/>
                  <a:pt x="34" y="119"/>
                </a:cubicBezTo>
                <a:cubicBezTo>
                  <a:pt x="44" y="125"/>
                  <a:pt x="55" y="128"/>
                  <a:pt x="66" y="128"/>
                </a:cubicBezTo>
                <a:cubicBezTo>
                  <a:pt x="89" y="128"/>
                  <a:pt x="110" y="116"/>
                  <a:pt x="121" y="96"/>
                </a:cubicBezTo>
                <a:cubicBezTo>
                  <a:pt x="130" y="81"/>
                  <a:pt x="132" y="64"/>
                  <a:pt x="128" y="47"/>
                </a:cubicBezTo>
                <a:close/>
                <a:moveTo>
                  <a:pt x="125" y="55"/>
                </a:moveTo>
                <a:cubicBezTo>
                  <a:pt x="125" y="58"/>
                  <a:pt x="125" y="61"/>
                  <a:pt x="125" y="65"/>
                </a:cubicBezTo>
                <a:cubicBezTo>
                  <a:pt x="125" y="65"/>
                  <a:pt x="125" y="65"/>
                  <a:pt x="125" y="65"/>
                </a:cubicBezTo>
                <a:cubicBezTo>
                  <a:pt x="106" y="84"/>
                  <a:pt x="106" y="84"/>
                  <a:pt x="106" y="84"/>
                </a:cubicBezTo>
                <a:cubicBezTo>
                  <a:pt x="97" y="79"/>
                  <a:pt x="97" y="79"/>
                  <a:pt x="97" y="79"/>
                </a:cubicBezTo>
                <a:cubicBezTo>
                  <a:pt x="124" y="52"/>
                  <a:pt x="124" y="52"/>
                  <a:pt x="124" y="52"/>
                </a:cubicBezTo>
                <a:lnTo>
                  <a:pt x="125" y="55"/>
                </a:lnTo>
                <a:close/>
                <a:moveTo>
                  <a:pt x="120" y="38"/>
                </a:moveTo>
                <a:cubicBezTo>
                  <a:pt x="121" y="41"/>
                  <a:pt x="122" y="43"/>
                  <a:pt x="123" y="46"/>
                </a:cubicBezTo>
                <a:cubicBezTo>
                  <a:pt x="123" y="47"/>
                  <a:pt x="123" y="47"/>
                  <a:pt x="123" y="47"/>
                </a:cubicBezTo>
                <a:cubicBezTo>
                  <a:pt x="93" y="77"/>
                  <a:pt x="93" y="77"/>
                  <a:pt x="93" y="77"/>
                </a:cubicBezTo>
                <a:cubicBezTo>
                  <a:pt x="84" y="71"/>
                  <a:pt x="84" y="71"/>
                  <a:pt x="84" y="71"/>
                </a:cubicBezTo>
                <a:cubicBezTo>
                  <a:pt x="119" y="36"/>
                  <a:pt x="119" y="36"/>
                  <a:pt x="119" y="36"/>
                </a:cubicBezTo>
                <a:lnTo>
                  <a:pt x="120" y="38"/>
                </a:lnTo>
                <a:close/>
                <a:moveTo>
                  <a:pt x="111" y="25"/>
                </a:moveTo>
                <a:cubicBezTo>
                  <a:pt x="112" y="26"/>
                  <a:pt x="113" y="27"/>
                  <a:pt x="113" y="28"/>
                </a:cubicBezTo>
                <a:cubicBezTo>
                  <a:pt x="114" y="29"/>
                  <a:pt x="115" y="30"/>
                  <a:pt x="116" y="31"/>
                </a:cubicBezTo>
                <a:cubicBezTo>
                  <a:pt x="116" y="32"/>
                  <a:pt x="116" y="32"/>
                  <a:pt x="116" y="32"/>
                </a:cubicBezTo>
                <a:cubicBezTo>
                  <a:pt x="79" y="69"/>
                  <a:pt x="79" y="69"/>
                  <a:pt x="79" y="69"/>
                </a:cubicBezTo>
                <a:cubicBezTo>
                  <a:pt x="70" y="64"/>
                  <a:pt x="70" y="64"/>
                  <a:pt x="70" y="64"/>
                </a:cubicBezTo>
                <a:cubicBezTo>
                  <a:pt x="110" y="24"/>
                  <a:pt x="110" y="24"/>
                  <a:pt x="110" y="24"/>
                </a:cubicBezTo>
                <a:lnTo>
                  <a:pt x="111" y="25"/>
                </a:lnTo>
                <a:close/>
                <a:moveTo>
                  <a:pt x="68" y="5"/>
                </a:moveTo>
                <a:cubicBezTo>
                  <a:pt x="70" y="5"/>
                  <a:pt x="70" y="5"/>
                  <a:pt x="70" y="5"/>
                </a:cubicBezTo>
                <a:cubicBezTo>
                  <a:pt x="72" y="5"/>
                  <a:pt x="75" y="5"/>
                  <a:pt x="77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68" y="17"/>
                  <a:pt x="68" y="17"/>
                  <a:pt x="68" y="17"/>
                </a:cubicBezTo>
                <a:lnTo>
                  <a:pt x="68" y="5"/>
                </a:lnTo>
                <a:close/>
                <a:moveTo>
                  <a:pt x="68" y="24"/>
                </a:moveTo>
                <a:cubicBezTo>
                  <a:pt x="85" y="8"/>
                  <a:pt x="85" y="8"/>
                  <a:pt x="85" y="8"/>
                </a:cubicBezTo>
                <a:cubicBezTo>
                  <a:pt x="85" y="8"/>
                  <a:pt x="85" y="8"/>
                  <a:pt x="85" y="8"/>
                </a:cubicBezTo>
                <a:cubicBezTo>
                  <a:pt x="88" y="9"/>
                  <a:pt x="91" y="10"/>
                  <a:pt x="93" y="11"/>
                </a:cubicBezTo>
                <a:cubicBezTo>
                  <a:pt x="95" y="12"/>
                  <a:pt x="95" y="12"/>
                  <a:pt x="95" y="12"/>
                </a:cubicBezTo>
                <a:cubicBezTo>
                  <a:pt x="68" y="38"/>
                  <a:pt x="68" y="38"/>
                  <a:pt x="68" y="38"/>
                </a:cubicBezTo>
                <a:lnTo>
                  <a:pt x="68" y="24"/>
                </a:lnTo>
                <a:close/>
                <a:moveTo>
                  <a:pt x="68" y="45"/>
                </a:moveTo>
                <a:cubicBezTo>
                  <a:pt x="99" y="14"/>
                  <a:pt x="99" y="14"/>
                  <a:pt x="99" y="14"/>
                </a:cubicBezTo>
                <a:cubicBezTo>
                  <a:pt x="100" y="15"/>
                  <a:pt x="100" y="15"/>
                  <a:pt x="100" y="15"/>
                </a:cubicBezTo>
                <a:cubicBezTo>
                  <a:pt x="102" y="17"/>
                  <a:pt x="104" y="18"/>
                  <a:pt x="106" y="20"/>
                </a:cubicBezTo>
                <a:cubicBezTo>
                  <a:pt x="107" y="21"/>
                  <a:pt x="107" y="21"/>
                  <a:pt x="107" y="21"/>
                </a:cubicBezTo>
                <a:cubicBezTo>
                  <a:pt x="68" y="59"/>
                  <a:pt x="68" y="59"/>
                  <a:pt x="68" y="59"/>
                </a:cubicBezTo>
                <a:lnTo>
                  <a:pt x="68" y="45"/>
                </a:lnTo>
                <a:close/>
                <a:moveTo>
                  <a:pt x="115" y="97"/>
                </a:moveTo>
                <a:cubicBezTo>
                  <a:pt x="113" y="100"/>
                  <a:pt x="111" y="104"/>
                  <a:pt x="108" y="106"/>
                </a:cubicBezTo>
                <a:cubicBezTo>
                  <a:pt x="104" y="110"/>
                  <a:pt x="100" y="113"/>
                  <a:pt x="95" y="116"/>
                </a:cubicBezTo>
                <a:cubicBezTo>
                  <a:pt x="86" y="121"/>
                  <a:pt x="76" y="123"/>
                  <a:pt x="66" y="123"/>
                </a:cubicBezTo>
                <a:cubicBezTo>
                  <a:pt x="61" y="123"/>
                  <a:pt x="56" y="123"/>
                  <a:pt x="51" y="121"/>
                </a:cubicBezTo>
                <a:cubicBezTo>
                  <a:pt x="46" y="120"/>
                  <a:pt x="41" y="118"/>
                  <a:pt x="36" y="115"/>
                </a:cubicBezTo>
                <a:cubicBezTo>
                  <a:pt x="29" y="111"/>
                  <a:pt x="23" y="106"/>
                  <a:pt x="19" y="100"/>
                </a:cubicBezTo>
                <a:cubicBezTo>
                  <a:pt x="14" y="94"/>
                  <a:pt x="11" y="87"/>
                  <a:pt x="9" y="79"/>
                </a:cubicBezTo>
                <a:cubicBezTo>
                  <a:pt x="7" y="72"/>
                  <a:pt x="6" y="64"/>
                  <a:pt x="7" y="57"/>
                </a:cubicBezTo>
                <a:cubicBezTo>
                  <a:pt x="8" y="49"/>
                  <a:pt x="11" y="41"/>
                  <a:pt x="15" y="34"/>
                </a:cubicBezTo>
                <a:cubicBezTo>
                  <a:pt x="17" y="30"/>
                  <a:pt x="21" y="25"/>
                  <a:pt x="24" y="22"/>
                </a:cubicBezTo>
                <a:cubicBezTo>
                  <a:pt x="28" y="18"/>
                  <a:pt x="32" y="15"/>
                  <a:pt x="37" y="12"/>
                </a:cubicBezTo>
                <a:cubicBezTo>
                  <a:pt x="44" y="8"/>
                  <a:pt x="53" y="5"/>
                  <a:pt x="62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64"/>
                  <a:pt x="64" y="64"/>
                  <a:pt x="64" y="64"/>
                </a:cubicBezTo>
                <a:cubicBezTo>
                  <a:pt x="64" y="65"/>
                  <a:pt x="64" y="66"/>
                  <a:pt x="65" y="66"/>
                </a:cubicBezTo>
                <a:cubicBezTo>
                  <a:pt x="116" y="96"/>
                  <a:pt x="116" y="96"/>
                  <a:pt x="116" y="96"/>
                </a:cubicBezTo>
                <a:lnTo>
                  <a:pt x="115" y="97"/>
                </a:lnTo>
                <a:close/>
                <a:moveTo>
                  <a:pt x="119" y="92"/>
                </a:moveTo>
                <a:cubicBezTo>
                  <a:pt x="110" y="87"/>
                  <a:pt x="110" y="87"/>
                  <a:pt x="110" y="87"/>
                </a:cubicBezTo>
                <a:cubicBezTo>
                  <a:pt x="125" y="72"/>
                  <a:pt x="125" y="72"/>
                  <a:pt x="125" y="72"/>
                </a:cubicBezTo>
                <a:cubicBezTo>
                  <a:pt x="124" y="77"/>
                  <a:pt x="124" y="77"/>
                  <a:pt x="124" y="77"/>
                </a:cubicBezTo>
                <a:cubicBezTo>
                  <a:pt x="123" y="81"/>
                  <a:pt x="121" y="86"/>
                  <a:pt x="119" y="90"/>
                </a:cubicBezTo>
                <a:lnTo>
                  <a:pt x="119" y="92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123E64B8-AD86-490F-8C36-FD3C37D8B598}"/>
              </a:ext>
            </a:extLst>
          </p:cNvPr>
          <p:cNvGrpSpPr/>
          <p:nvPr userDrawn="1"/>
        </p:nvGrpSpPr>
        <p:grpSpPr>
          <a:xfrm>
            <a:off x="11724000" y="3685693"/>
            <a:ext cx="468000" cy="468000"/>
            <a:chOff x="568325" y="5118109"/>
            <a:chExt cx="479425" cy="479426"/>
          </a:xfrm>
          <a:solidFill>
            <a:srgbClr val="A13F0B"/>
          </a:solidFill>
        </p:grpSpPr>
        <p:sp>
          <p:nvSpPr>
            <p:cNvPr id="100" name="Freeform 48">
              <a:extLst>
                <a:ext uri="{FF2B5EF4-FFF2-40B4-BE49-F238E27FC236}">
                  <a16:creationId xmlns:a16="http://schemas.microsoft.com/office/drawing/2014/main" id="{D3FD5FB4-EC44-4696-9222-D63F6566F3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8325" y="5118109"/>
              <a:ext cx="479425" cy="479426"/>
            </a:xfrm>
            <a:custGeom>
              <a:avLst/>
              <a:gdLst>
                <a:gd name="T0" fmla="*/ 116 w 128"/>
                <a:gd name="T1" fmla="*/ 77 h 128"/>
                <a:gd name="T2" fmla="*/ 128 w 128"/>
                <a:gd name="T3" fmla="*/ 50 h 128"/>
                <a:gd name="T4" fmla="*/ 116 w 128"/>
                <a:gd name="T5" fmla="*/ 49 h 128"/>
                <a:gd name="T6" fmla="*/ 111 w 128"/>
                <a:gd name="T7" fmla="*/ 36 h 128"/>
                <a:gd name="T8" fmla="*/ 100 w 128"/>
                <a:gd name="T9" fmla="*/ 9 h 128"/>
                <a:gd name="T10" fmla="*/ 91 w 128"/>
                <a:gd name="T11" fmla="*/ 16 h 128"/>
                <a:gd name="T12" fmla="*/ 77 w 128"/>
                <a:gd name="T13" fmla="*/ 11 h 128"/>
                <a:gd name="T14" fmla="*/ 51 w 128"/>
                <a:gd name="T15" fmla="*/ 0 h 128"/>
                <a:gd name="T16" fmla="*/ 50 w 128"/>
                <a:gd name="T17" fmla="*/ 11 h 128"/>
                <a:gd name="T18" fmla="*/ 36 w 128"/>
                <a:gd name="T19" fmla="*/ 17 h 128"/>
                <a:gd name="T20" fmla="*/ 9 w 128"/>
                <a:gd name="T21" fmla="*/ 28 h 128"/>
                <a:gd name="T22" fmla="*/ 17 w 128"/>
                <a:gd name="T23" fmla="*/ 37 h 128"/>
                <a:gd name="T24" fmla="*/ 11 w 128"/>
                <a:gd name="T25" fmla="*/ 50 h 128"/>
                <a:gd name="T26" fmla="*/ 0 w 128"/>
                <a:gd name="T27" fmla="*/ 77 h 128"/>
                <a:gd name="T28" fmla="*/ 12 w 128"/>
                <a:gd name="T29" fmla="*/ 78 h 128"/>
                <a:gd name="T30" fmla="*/ 17 w 128"/>
                <a:gd name="T31" fmla="*/ 91 h 128"/>
                <a:gd name="T32" fmla="*/ 28 w 128"/>
                <a:gd name="T33" fmla="*/ 118 h 128"/>
                <a:gd name="T34" fmla="*/ 37 w 128"/>
                <a:gd name="T35" fmla="*/ 111 h 128"/>
                <a:gd name="T36" fmla="*/ 51 w 128"/>
                <a:gd name="T37" fmla="*/ 116 h 128"/>
                <a:gd name="T38" fmla="*/ 77 w 128"/>
                <a:gd name="T39" fmla="*/ 128 h 128"/>
                <a:gd name="T40" fmla="*/ 78 w 128"/>
                <a:gd name="T41" fmla="*/ 116 h 128"/>
                <a:gd name="T42" fmla="*/ 92 w 128"/>
                <a:gd name="T43" fmla="*/ 110 h 128"/>
                <a:gd name="T44" fmla="*/ 119 w 128"/>
                <a:gd name="T45" fmla="*/ 99 h 128"/>
                <a:gd name="T46" fmla="*/ 111 w 128"/>
                <a:gd name="T47" fmla="*/ 90 h 128"/>
                <a:gd name="T48" fmla="*/ 112 w 128"/>
                <a:gd name="T49" fmla="*/ 99 h 128"/>
                <a:gd name="T50" fmla="*/ 92 w 128"/>
                <a:gd name="T51" fmla="*/ 105 h 128"/>
                <a:gd name="T52" fmla="*/ 77 w 128"/>
                <a:gd name="T53" fmla="*/ 111 h 128"/>
                <a:gd name="T54" fmla="*/ 73 w 128"/>
                <a:gd name="T55" fmla="*/ 123 h 128"/>
                <a:gd name="T56" fmla="*/ 55 w 128"/>
                <a:gd name="T57" fmla="*/ 113 h 128"/>
                <a:gd name="T58" fmla="*/ 40 w 128"/>
                <a:gd name="T59" fmla="*/ 107 h 128"/>
                <a:gd name="T60" fmla="*/ 28 w 128"/>
                <a:gd name="T61" fmla="*/ 112 h 128"/>
                <a:gd name="T62" fmla="*/ 23 w 128"/>
                <a:gd name="T63" fmla="*/ 92 h 128"/>
                <a:gd name="T64" fmla="*/ 16 w 128"/>
                <a:gd name="T65" fmla="*/ 77 h 128"/>
                <a:gd name="T66" fmla="*/ 5 w 128"/>
                <a:gd name="T67" fmla="*/ 72 h 128"/>
                <a:gd name="T68" fmla="*/ 15 w 128"/>
                <a:gd name="T69" fmla="*/ 55 h 128"/>
                <a:gd name="T70" fmla="*/ 21 w 128"/>
                <a:gd name="T71" fmla="*/ 39 h 128"/>
                <a:gd name="T72" fmla="*/ 16 w 128"/>
                <a:gd name="T73" fmla="*/ 28 h 128"/>
                <a:gd name="T74" fmla="*/ 36 w 128"/>
                <a:gd name="T75" fmla="*/ 23 h 128"/>
                <a:gd name="T76" fmla="*/ 51 w 128"/>
                <a:gd name="T77" fmla="*/ 16 h 128"/>
                <a:gd name="T78" fmla="*/ 55 w 128"/>
                <a:gd name="T79" fmla="*/ 4 h 128"/>
                <a:gd name="T80" fmla="*/ 73 w 128"/>
                <a:gd name="T81" fmla="*/ 15 h 128"/>
                <a:gd name="T82" fmla="*/ 88 w 128"/>
                <a:gd name="T83" fmla="*/ 20 h 128"/>
                <a:gd name="T84" fmla="*/ 100 w 128"/>
                <a:gd name="T85" fmla="*/ 15 h 128"/>
                <a:gd name="T86" fmla="*/ 105 w 128"/>
                <a:gd name="T87" fmla="*/ 35 h 128"/>
                <a:gd name="T88" fmla="*/ 112 w 128"/>
                <a:gd name="T89" fmla="*/ 50 h 128"/>
                <a:gd name="T90" fmla="*/ 123 w 128"/>
                <a:gd name="T91" fmla="*/ 55 h 128"/>
                <a:gd name="T92" fmla="*/ 113 w 128"/>
                <a:gd name="T93" fmla="*/ 72 h 128"/>
                <a:gd name="T94" fmla="*/ 107 w 128"/>
                <a:gd name="T95" fmla="*/ 88 h 128"/>
                <a:gd name="T96" fmla="*/ 112 w 128"/>
                <a:gd name="T97" fmla="*/ 99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8" h="128">
                  <a:moveTo>
                    <a:pt x="116" y="78"/>
                  </a:moveTo>
                  <a:cubicBezTo>
                    <a:pt x="116" y="77"/>
                    <a:pt x="116" y="77"/>
                    <a:pt x="116" y="77"/>
                  </a:cubicBezTo>
                  <a:cubicBezTo>
                    <a:pt x="128" y="77"/>
                    <a:pt x="128" y="77"/>
                    <a:pt x="128" y="77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5" y="45"/>
                    <a:pt x="113" y="41"/>
                    <a:pt x="111" y="37"/>
                  </a:cubicBezTo>
                  <a:cubicBezTo>
                    <a:pt x="111" y="36"/>
                    <a:pt x="111" y="36"/>
                    <a:pt x="111" y="36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7" y="14"/>
                    <a:pt x="83" y="13"/>
                    <a:pt x="78" y="11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5" y="13"/>
                    <a:pt x="41" y="14"/>
                    <a:pt x="37" y="16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5" y="41"/>
                    <a:pt x="13" y="45"/>
                    <a:pt x="12" y="49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1" y="77"/>
                    <a:pt x="11" y="77"/>
                    <a:pt x="11" y="77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3" y="82"/>
                    <a:pt x="15" y="86"/>
                    <a:pt x="17" y="9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28" y="118"/>
                    <a:pt x="28" y="118"/>
                    <a:pt x="28" y="118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7" y="111"/>
                    <a:pt x="37" y="111"/>
                    <a:pt x="37" y="111"/>
                  </a:cubicBezTo>
                  <a:cubicBezTo>
                    <a:pt x="41" y="113"/>
                    <a:pt x="45" y="115"/>
                    <a:pt x="50" y="116"/>
                  </a:cubicBezTo>
                  <a:cubicBezTo>
                    <a:pt x="51" y="116"/>
                    <a:pt x="51" y="116"/>
                    <a:pt x="51" y="116"/>
                  </a:cubicBezTo>
                  <a:cubicBezTo>
                    <a:pt x="51" y="128"/>
                    <a:pt x="51" y="128"/>
                    <a:pt x="51" y="128"/>
                  </a:cubicBezTo>
                  <a:cubicBezTo>
                    <a:pt x="77" y="128"/>
                    <a:pt x="77" y="128"/>
                    <a:pt x="77" y="128"/>
                  </a:cubicBezTo>
                  <a:cubicBezTo>
                    <a:pt x="77" y="116"/>
                    <a:pt x="77" y="116"/>
                    <a:pt x="77" y="116"/>
                  </a:cubicBezTo>
                  <a:cubicBezTo>
                    <a:pt x="78" y="116"/>
                    <a:pt x="78" y="116"/>
                    <a:pt x="78" y="116"/>
                  </a:cubicBezTo>
                  <a:cubicBezTo>
                    <a:pt x="83" y="115"/>
                    <a:pt x="87" y="113"/>
                    <a:pt x="91" y="111"/>
                  </a:cubicBezTo>
                  <a:cubicBezTo>
                    <a:pt x="92" y="110"/>
                    <a:pt x="92" y="110"/>
                    <a:pt x="92" y="110"/>
                  </a:cubicBezTo>
                  <a:cubicBezTo>
                    <a:pt x="100" y="118"/>
                    <a:pt x="100" y="118"/>
                    <a:pt x="100" y="118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111" y="91"/>
                    <a:pt x="111" y="91"/>
                    <a:pt x="111" y="91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13" y="86"/>
                    <a:pt x="115" y="82"/>
                    <a:pt x="116" y="78"/>
                  </a:cubicBezTo>
                  <a:close/>
                  <a:moveTo>
                    <a:pt x="112" y="99"/>
                  </a:moveTo>
                  <a:cubicBezTo>
                    <a:pt x="100" y="112"/>
                    <a:pt x="100" y="112"/>
                    <a:pt x="100" y="112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5" y="109"/>
                    <a:pt x="81" y="110"/>
                    <a:pt x="77" y="111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55" y="123"/>
                    <a:pt x="55" y="123"/>
                    <a:pt x="55" y="123"/>
                  </a:cubicBezTo>
                  <a:cubicBezTo>
                    <a:pt x="55" y="113"/>
                    <a:pt x="55" y="113"/>
                    <a:pt x="55" y="113"/>
                  </a:cubicBezTo>
                  <a:cubicBezTo>
                    <a:pt x="51" y="111"/>
                    <a:pt x="51" y="111"/>
                    <a:pt x="51" y="111"/>
                  </a:cubicBezTo>
                  <a:cubicBezTo>
                    <a:pt x="47" y="110"/>
                    <a:pt x="43" y="109"/>
                    <a:pt x="40" y="107"/>
                  </a:cubicBezTo>
                  <a:cubicBezTo>
                    <a:pt x="36" y="105"/>
                    <a:pt x="36" y="105"/>
                    <a:pt x="36" y="105"/>
                  </a:cubicBezTo>
                  <a:cubicBezTo>
                    <a:pt x="28" y="112"/>
                    <a:pt x="28" y="112"/>
                    <a:pt x="28" y="112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23" y="92"/>
                    <a:pt x="23" y="92"/>
                    <a:pt x="23" y="92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19" y="85"/>
                    <a:pt x="17" y="81"/>
                    <a:pt x="16" y="77"/>
                  </a:cubicBezTo>
                  <a:cubicBezTo>
                    <a:pt x="15" y="72"/>
                    <a:pt x="15" y="72"/>
                    <a:pt x="15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7" y="46"/>
                    <a:pt x="19" y="43"/>
                    <a:pt x="21" y="39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3" y="18"/>
                    <a:pt x="47" y="17"/>
                    <a:pt x="51" y="16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7" y="16"/>
                    <a:pt x="77" y="16"/>
                    <a:pt x="77" y="16"/>
                  </a:cubicBezTo>
                  <a:cubicBezTo>
                    <a:pt x="81" y="17"/>
                    <a:pt x="85" y="18"/>
                    <a:pt x="88" y="20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7" y="39"/>
                    <a:pt x="107" y="39"/>
                    <a:pt x="107" y="39"/>
                  </a:cubicBezTo>
                  <a:cubicBezTo>
                    <a:pt x="109" y="43"/>
                    <a:pt x="111" y="46"/>
                    <a:pt x="112" y="50"/>
                  </a:cubicBezTo>
                  <a:cubicBezTo>
                    <a:pt x="113" y="55"/>
                    <a:pt x="113" y="55"/>
                    <a:pt x="11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1" y="81"/>
                    <a:pt x="109" y="85"/>
                    <a:pt x="107" y="88"/>
                  </a:cubicBezTo>
                  <a:cubicBezTo>
                    <a:pt x="105" y="92"/>
                    <a:pt x="105" y="92"/>
                    <a:pt x="105" y="92"/>
                  </a:cubicBezTo>
                  <a:lnTo>
                    <a:pt x="112" y="9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01" name="Freeform 49">
              <a:extLst>
                <a:ext uri="{FF2B5EF4-FFF2-40B4-BE49-F238E27FC236}">
                  <a16:creationId xmlns:a16="http://schemas.microsoft.com/office/drawing/2014/main" id="{73A1420C-2E8A-4C7E-BACD-CF38B3EE02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375" y="5264160"/>
              <a:ext cx="184150" cy="184150"/>
            </a:xfrm>
            <a:custGeom>
              <a:avLst/>
              <a:gdLst>
                <a:gd name="T0" fmla="*/ 25 w 49"/>
                <a:gd name="T1" fmla="*/ 0 h 49"/>
                <a:gd name="T2" fmla="*/ 0 w 49"/>
                <a:gd name="T3" fmla="*/ 25 h 49"/>
                <a:gd name="T4" fmla="*/ 25 w 49"/>
                <a:gd name="T5" fmla="*/ 49 h 49"/>
                <a:gd name="T6" fmla="*/ 49 w 49"/>
                <a:gd name="T7" fmla="*/ 25 h 49"/>
                <a:gd name="T8" fmla="*/ 25 w 49"/>
                <a:gd name="T9" fmla="*/ 0 h 49"/>
                <a:gd name="T10" fmla="*/ 39 w 49"/>
                <a:gd name="T11" fmla="*/ 39 h 49"/>
                <a:gd name="T12" fmla="*/ 25 w 49"/>
                <a:gd name="T13" fmla="*/ 45 h 49"/>
                <a:gd name="T14" fmla="*/ 11 w 49"/>
                <a:gd name="T15" fmla="*/ 39 h 49"/>
                <a:gd name="T16" fmla="*/ 5 w 49"/>
                <a:gd name="T17" fmla="*/ 25 h 49"/>
                <a:gd name="T18" fmla="*/ 11 w 49"/>
                <a:gd name="T19" fmla="*/ 10 h 49"/>
                <a:gd name="T20" fmla="*/ 25 w 49"/>
                <a:gd name="T21" fmla="*/ 5 h 49"/>
                <a:gd name="T22" fmla="*/ 39 w 49"/>
                <a:gd name="T23" fmla="*/ 10 h 49"/>
                <a:gd name="T24" fmla="*/ 45 w 49"/>
                <a:gd name="T25" fmla="*/ 25 h 49"/>
                <a:gd name="T26" fmla="*/ 39 w 49"/>
                <a:gd name="T27" fmla="*/ 3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38" y="49"/>
                    <a:pt x="49" y="38"/>
                    <a:pt x="49" y="25"/>
                  </a:cubicBezTo>
                  <a:cubicBezTo>
                    <a:pt x="49" y="11"/>
                    <a:pt x="38" y="0"/>
                    <a:pt x="25" y="0"/>
                  </a:cubicBezTo>
                  <a:close/>
                  <a:moveTo>
                    <a:pt x="39" y="39"/>
                  </a:moveTo>
                  <a:cubicBezTo>
                    <a:pt x="35" y="43"/>
                    <a:pt x="30" y="45"/>
                    <a:pt x="25" y="45"/>
                  </a:cubicBezTo>
                  <a:cubicBezTo>
                    <a:pt x="20" y="45"/>
                    <a:pt x="15" y="43"/>
                    <a:pt x="11" y="39"/>
                  </a:cubicBezTo>
                  <a:cubicBezTo>
                    <a:pt x="7" y="35"/>
                    <a:pt x="5" y="30"/>
                    <a:pt x="5" y="25"/>
                  </a:cubicBezTo>
                  <a:cubicBezTo>
                    <a:pt x="5" y="19"/>
                    <a:pt x="7" y="14"/>
                    <a:pt x="11" y="10"/>
                  </a:cubicBezTo>
                  <a:cubicBezTo>
                    <a:pt x="15" y="7"/>
                    <a:pt x="20" y="5"/>
                    <a:pt x="25" y="5"/>
                  </a:cubicBezTo>
                  <a:cubicBezTo>
                    <a:pt x="30" y="5"/>
                    <a:pt x="35" y="7"/>
                    <a:pt x="39" y="10"/>
                  </a:cubicBezTo>
                  <a:cubicBezTo>
                    <a:pt x="43" y="14"/>
                    <a:pt x="45" y="19"/>
                    <a:pt x="45" y="25"/>
                  </a:cubicBezTo>
                  <a:cubicBezTo>
                    <a:pt x="45" y="30"/>
                    <a:pt x="43" y="35"/>
                    <a:pt x="39" y="3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1A191349-7909-4978-8A5C-D3E81388E6A6}"/>
              </a:ext>
            </a:extLst>
          </p:cNvPr>
          <p:cNvGrpSpPr/>
          <p:nvPr userDrawn="1"/>
        </p:nvGrpSpPr>
        <p:grpSpPr>
          <a:xfrm>
            <a:off x="6032611" y="3593722"/>
            <a:ext cx="468000" cy="468000"/>
            <a:chOff x="4411663" y="304800"/>
            <a:chExt cx="481013" cy="481013"/>
          </a:xfrm>
          <a:solidFill>
            <a:srgbClr val="A13F0B"/>
          </a:solidFill>
        </p:grpSpPr>
        <p:sp>
          <p:nvSpPr>
            <p:cNvPr id="103" name="Freeform 228">
              <a:extLst>
                <a:ext uri="{FF2B5EF4-FFF2-40B4-BE49-F238E27FC236}">
                  <a16:creationId xmlns:a16="http://schemas.microsoft.com/office/drawing/2014/main" id="{8C7B4F8A-967B-4372-B83D-65139D319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1663" y="304800"/>
              <a:ext cx="481013" cy="481013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64 w 128"/>
                <a:gd name="T9" fmla="*/ 0 h 128"/>
                <a:gd name="T10" fmla="*/ 106 w 128"/>
                <a:gd name="T11" fmla="*/ 106 h 128"/>
                <a:gd name="T12" fmla="*/ 87 w 128"/>
                <a:gd name="T13" fmla="*/ 119 h 128"/>
                <a:gd name="T14" fmla="*/ 64 w 128"/>
                <a:gd name="T15" fmla="*/ 123 h 128"/>
                <a:gd name="T16" fmla="*/ 41 w 128"/>
                <a:gd name="T17" fmla="*/ 119 h 128"/>
                <a:gd name="T18" fmla="*/ 22 w 128"/>
                <a:gd name="T19" fmla="*/ 106 h 128"/>
                <a:gd name="T20" fmla="*/ 9 w 128"/>
                <a:gd name="T21" fmla="*/ 87 h 128"/>
                <a:gd name="T22" fmla="*/ 5 w 128"/>
                <a:gd name="T23" fmla="*/ 64 h 128"/>
                <a:gd name="T24" fmla="*/ 9 w 128"/>
                <a:gd name="T25" fmla="*/ 41 h 128"/>
                <a:gd name="T26" fmla="*/ 22 w 128"/>
                <a:gd name="T27" fmla="*/ 22 h 128"/>
                <a:gd name="T28" fmla="*/ 41 w 128"/>
                <a:gd name="T29" fmla="*/ 9 h 128"/>
                <a:gd name="T30" fmla="*/ 87 w 128"/>
                <a:gd name="T31" fmla="*/ 9 h 128"/>
                <a:gd name="T32" fmla="*/ 106 w 128"/>
                <a:gd name="T33" fmla="*/ 22 h 128"/>
                <a:gd name="T34" fmla="*/ 119 w 128"/>
                <a:gd name="T35" fmla="*/ 41 h 128"/>
                <a:gd name="T36" fmla="*/ 123 w 128"/>
                <a:gd name="T37" fmla="*/ 64 h 128"/>
                <a:gd name="T38" fmla="*/ 119 w 128"/>
                <a:gd name="T39" fmla="*/ 87 h 128"/>
                <a:gd name="T40" fmla="*/ 106 w 128"/>
                <a:gd name="T41" fmla="*/ 10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106" y="106"/>
                  </a:moveTo>
                  <a:cubicBezTo>
                    <a:pt x="101" y="111"/>
                    <a:pt x="94" y="116"/>
                    <a:pt x="87" y="119"/>
                  </a:cubicBezTo>
                  <a:cubicBezTo>
                    <a:pt x="80" y="122"/>
                    <a:pt x="72" y="123"/>
                    <a:pt x="64" y="123"/>
                  </a:cubicBezTo>
                  <a:cubicBezTo>
                    <a:pt x="56" y="123"/>
                    <a:pt x="48" y="122"/>
                    <a:pt x="41" y="119"/>
                  </a:cubicBezTo>
                  <a:cubicBezTo>
                    <a:pt x="34" y="116"/>
                    <a:pt x="27" y="111"/>
                    <a:pt x="22" y="106"/>
                  </a:cubicBezTo>
                  <a:cubicBezTo>
                    <a:pt x="17" y="101"/>
                    <a:pt x="12" y="94"/>
                    <a:pt x="9" y="87"/>
                  </a:cubicBezTo>
                  <a:cubicBezTo>
                    <a:pt x="6" y="80"/>
                    <a:pt x="5" y="72"/>
                    <a:pt x="5" y="64"/>
                  </a:cubicBezTo>
                  <a:cubicBezTo>
                    <a:pt x="5" y="56"/>
                    <a:pt x="6" y="48"/>
                    <a:pt x="9" y="41"/>
                  </a:cubicBezTo>
                  <a:cubicBezTo>
                    <a:pt x="12" y="34"/>
                    <a:pt x="17" y="27"/>
                    <a:pt x="22" y="22"/>
                  </a:cubicBezTo>
                  <a:cubicBezTo>
                    <a:pt x="27" y="17"/>
                    <a:pt x="34" y="12"/>
                    <a:pt x="41" y="9"/>
                  </a:cubicBezTo>
                  <a:cubicBezTo>
                    <a:pt x="56" y="3"/>
                    <a:pt x="72" y="3"/>
                    <a:pt x="87" y="9"/>
                  </a:cubicBezTo>
                  <a:cubicBezTo>
                    <a:pt x="94" y="12"/>
                    <a:pt x="101" y="17"/>
                    <a:pt x="106" y="22"/>
                  </a:cubicBezTo>
                  <a:cubicBezTo>
                    <a:pt x="111" y="27"/>
                    <a:pt x="116" y="34"/>
                    <a:pt x="119" y="41"/>
                  </a:cubicBezTo>
                  <a:cubicBezTo>
                    <a:pt x="122" y="48"/>
                    <a:pt x="123" y="56"/>
                    <a:pt x="123" y="64"/>
                  </a:cubicBezTo>
                  <a:cubicBezTo>
                    <a:pt x="123" y="72"/>
                    <a:pt x="122" y="80"/>
                    <a:pt x="119" y="87"/>
                  </a:cubicBezTo>
                  <a:cubicBezTo>
                    <a:pt x="116" y="94"/>
                    <a:pt x="112" y="101"/>
                    <a:pt x="106" y="10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04" name="Oval 229">
              <a:extLst>
                <a:ext uri="{FF2B5EF4-FFF2-40B4-BE49-F238E27FC236}">
                  <a16:creationId xmlns:a16="http://schemas.microsoft.com/office/drawing/2014/main" id="{0FC983F2-054C-456F-9FC7-6D861316D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7088" y="530225"/>
              <a:ext cx="30163" cy="301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05" name="Freeform 230">
              <a:extLst>
                <a:ext uri="{FF2B5EF4-FFF2-40B4-BE49-F238E27FC236}">
                  <a16:creationId xmlns:a16="http://schemas.microsoft.com/office/drawing/2014/main" id="{DF4C1738-D1CA-4F58-9164-5D75F9BE6A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76763" y="381000"/>
              <a:ext cx="150813" cy="330200"/>
            </a:xfrm>
            <a:custGeom>
              <a:avLst/>
              <a:gdLst>
                <a:gd name="T0" fmla="*/ 40 w 40"/>
                <a:gd name="T1" fmla="*/ 43 h 88"/>
                <a:gd name="T2" fmla="*/ 40 w 40"/>
                <a:gd name="T3" fmla="*/ 43 h 88"/>
                <a:gd name="T4" fmla="*/ 22 w 40"/>
                <a:gd name="T5" fmla="*/ 2 h 88"/>
                <a:gd name="T6" fmla="*/ 18 w 40"/>
                <a:gd name="T7" fmla="*/ 2 h 88"/>
                <a:gd name="T8" fmla="*/ 0 w 40"/>
                <a:gd name="T9" fmla="*/ 43 h 88"/>
                <a:gd name="T10" fmla="*/ 0 w 40"/>
                <a:gd name="T11" fmla="*/ 44 h 88"/>
                <a:gd name="T12" fmla="*/ 0 w 40"/>
                <a:gd name="T13" fmla="*/ 45 h 88"/>
                <a:gd name="T14" fmla="*/ 0 w 40"/>
                <a:gd name="T15" fmla="*/ 45 h 88"/>
                <a:gd name="T16" fmla="*/ 18 w 40"/>
                <a:gd name="T17" fmla="*/ 86 h 88"/>
                <a:gd name="T18" fmla="*/ 22 w 40"/>
                <a:gd name="T19" fmla="*/ 86 h 88"/>
                <a:gd name="T20" fmla="*/ 40 w 40"/>
                <a:gd name="T21" fmla="*/ 45 h 88"/>
                <a:gd name="T22" fmla="*/ 40 w 40"/>
                <a:gd name="T23" fmla="*/ 44 h 88"/>
                <a:gd name="T24" fmla="*/ 40 w 40"/>
                <a:gd name="T25" fmla="*/ 44 h 88"/>
                <a:gd name="T26" fmla="*/ 40 w 40"/>
                <a:gd name="T27" fmla="*/ 44 h 88"/>
                <a:gd name="T28" fmla="*/ 40 w 40"/>
                <a:gd name="T29" fmla="*/ 43 h 88"/>
                <a:gd name="T30" fmla="*/ 20 w 40"/>
                <a:gd name="T31" fmla="*/ 80 h 88"/>
                <a:gd name="T32" fmla="*/ 4 w 40"/>
                <a:gd name="T33" fmla="*/ 44 h 88"/>
                <a:gd name="T34" fmla="*/ 20 w 40"/>
                <a:gd name="T35" fmla="*/ 9 h 88"/>
                <a:gd name="T36" fmla="*/ 36 w 40"/>
                <a:gd name="T37" fmla="*/ 44 h 88"/>
                <a:gd name="T38" fmla="*/ 20 w 40"/>
                <a:gd name="T39" fmla="*/ 8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0" h="88">
                  <a:moveTo>
                    <a:pt x="40" y="43"/>
                  </a:moveTo>
                  <a:cubicBezTo>
                    <a:pt x="40" y="43"/>
                    <a:pt x="40" y="43"/>
                    <a:pt x="40" y="43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0"/>
                    <a:pt x="19" y="0"/>
                    <a:pt x="18" y="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0" y="44"/>
                    <a:pt x="0" y="45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9" y="88"/>
                    <a:pt x="21" y="88"/>
                    <a:pt x="22" y="86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3"/>
                    <a:pt x="40" y="43"/>
                  </a:cubicBezTo>
                  <a:close/>
                  <a:moveTo>
                    <a:pt x="20" y="80"/>
                  </a:moveTo>
                  <a:cubicBezTo>
                    <a:pt x="4" y="44"/>
                    <a:pt x="4" y="44"/>
                    <a:pt x="4" y="44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36" y="44"/>
                    <a:pt x="36" y="44"/>
                    <a:pt x="36" y="44"/>
                  </a:cubicBezTo>
                  <a:lnTo>
                    <a:pt x="20" y="8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8D4B2B73-99CD-49D7-8EC8-6EA2246559E3}"/>
              </a:ext>
            </a:extLst>
          </p:cNvPr>
          <p:cNvGrpSpPr/>
          <p:nvPr userDrawn="1"/>
        </p:nvGrpSpPr>
        <p:grpSpPr>
          <a:xfrm>
            <a:off x="5945707" y="1126059"/>
            <a:ext cx="468000" cy="468000"/>
            <a:chOff x="1528763" y="1266827"/>
            <a:chExt cx="481013" cy="481013"/>
          </a:xfrm>
          <a:solidFill>
            <a:srgbClr val="A13F0B"/>
          </a:solidFill>
        </p:grpSpPr>
        <p:sp>
          <p:nvSpPr>
            <p:cNvPr id="120" name="Freeform 146">
              <a:extLst>
                <a:ext uri="{FF2B5EF4-FFF2-40B4-BE49-F238E27FC236}">
                  <a16:creationId xmlns:a16="http://schemas.microsoft.com/office/drawing/2014/main" id="{E2547C51-D26C-420C-9DAF-8EF84EA51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1620840"/>
              <a:ext cx="14288" cy="127000"/>
            </a:xfrm>
            <a:custGeom>
              <a:avLst/>
              <a:gdLst>
                <a:gd name="T0" fmla="*/ 2 w 4"/>
                <a:gd name="T1" fmla="*/ 0 h 34"/>
                <a:gd name="T2" fmla="*/ 0 w 4"/>
                <a:gd name="T3" fmla="*/ 2 h 34"/>
                <a:gd name="T4" fmla="*/ 0 w 4"/>
                <a:gd name="T5" fmla="*/ 32 h 34"/>
                <a:gd name="T6" fmla="*/ 2 w 4"/>
                <a:gd name="T7" fmla="*/ 34 h 34"/>
                <a:gd name="T8" fmla="*/ 4 w 4"/>
                <a:gd name="T9" fmla="*/ 32 h 34"/>
                <a:gd name="T10" fmla="*/ 4 w 4"/>
                <a:gd name="T11" fmla="*/ 2 h 34"/>
                <a:gd name="T12" fmla="*/ 2 w 4"/>
                <a:gd name="T1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4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3" y="34"/>
                    <a:pt x="4" y="33"/>
                    <a:pt x="4" y="3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21" name="Freeform 147">
              <a:extLst>
                <a:ext uri="{FF2B5EF4-FFF2-40B4-BE49-F238E27FC236}">
                  <a16:creationId xmlns:a16="http://schemas.microsoft.com/office/drawing/2014/main" id="{0294D24E-3396-410D-840D-73DE7D31F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1266827"/>
              <a:ext cx="14288" cy="128588"/>
            </a:xfrm>
            <a:custGeom>
              <a:avLst/>
              <a:gdLst>
                <a:gd name="T0" fmla="*/ 2 w 4"/>
                <a:gd name="T1" fmla="*/ 0 h 34"/>
                <a:gd name="T2" fmla="*/ 0 w 4"/>
                <a:gd name="T3" fmla="*/ 2 h 34"/>
                <a:gd name="T4" fmla="*/ 0 w 4"/>
                <a:gd name="T5" fmla="*/ 32 h 34"/>
                <a:gd name="T6" fmla="*/ 2 w 4"/>
                <a:gd name="T7" fmla="*/ 34 h 34"/>
                <a:gd name="T8" fmla="*/ 4 w 4"/>
                <a:gd name="T9" fmla="*/ 32 h 34"/>
                <a:gd name="T10" fmla="*/ 4 w 4"/>
                <a:gd name="T11" fmla="*/ 2 h 34"/>
                <a:gd name="T12" fmla="*/ 2 w 4"/>
                <a:gd name="T1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4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3" y="34"/>
                    <a:pt x="4" y="33"/>
                    <a:pt x="4" y="3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22" name="Freeform 148">
              <a:extLst>
                <a:ext uri="{FF2B5EF4-FFF2-40B4-BE49-F238E27FC236}">
                  <a16:creationId xmlns:a16="http://schemas.microsoft.com/office/drawing/2014/main" id="{59A9065F-A9F7-448E-AA73-7D6C795A8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3" y="1500190"/>
              <a:ext cx="127000" cy="14288"/>
            </a:xfrm>
            <a:custGeom>
              <a:avLst/>
              <a:gdLst>
                <a:gd name="T0" fmla="*/ 34 w 34"/>
                <a:gd name="T1" fmla="*/ 2 h 4"/>
                <a:gd name="T2" fmla="*/ 32 w 34"/>
                <a:gd name="T3" fmla="*/ 0 h 4"/>
                <a:gd name="T4" fmla="*/ 2 w 34"/>
                <a:gd name="T5" fmla="*/ 0 h 4"/>
                <a:gd name="T6" fmla="*/ 0 w 34"/>
                <a:gd name="T7" fmla="*/ 2 h 4"/>
                <a:gd name="T8" fmla="*/ 2 w 34"/>
                <a:gd name="T9" fmla="*/ 4 h 4"/>
                <a:gd name="T10" fmla="*/ 32 w 34"/>
                <a:gd name="T11" fmla="*/ 4 h 4"/>
                <a:gd name="T12" fmla="*/ 34 w 3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4">
                  <a:moveTo>
                    <a:pt x="34" y="2"/>
                  </a:move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23" name="Freeform 149">
              <a:extLst>
                <a:ext uri="{FF2B5EF4-FFF2-40B4-BE49-F238E27FC236}">
                  <a16:creationId xmlns:a16="http://schemas.microsoft.com/office/drawing/2014/main" id="{43FC9395-FD03-4ABB-A32E-F887A21B8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188" y="1500190"/>
              <a:ext cx="128588" cy="14288"/>
            </a:xfrm>
            <a:custGeom>
              <a:avLst/>
              <a:gdLst>
                <a:gd name="T0" fmla="*/ 32 w 34"/>
                <a:gd name="T1" fmla="*/ 0 h 4"/>
                <a:gd name="T2" fmla="*/ 2 w 34"/>
                <a:gd name="T3" fmla="*/ 0 h 4"/>
                <a:gd name="T4" fmla="*/ 0 w 34"/>
                <a:gd name="T5" fmla="*/ 2 h 4"/>
                <a:gd name="T6" fmla="*/ 2 w 34"/>
                <a:gd name="T7" fmla="*/ 4 h 4"/>
                <a:gd name="T8" fmla="*/ 32 w 34"/>
                <a:gd name="T9" fmla="*/ 4 h 4"/>
                <a:gd name="T10" fmla="*/ 34 w 34"/>
                <a:gd name="T11" fmla="*/ 2 h 4"/>
                <a:gd name="T12" fmla="*/ 32 w 34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4">
                  <a:moveTo>
                    <a:pt x="3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24" name="Freeform 150">
              <a:extLst>
                <a:ext uri="{FF2B5EF4-FFF2-40B4-BE49-F238E27FC236}">
                  <a16:creationId xmlns:a16="http://schemas.microsoft.com/office/drawing/2014/main" id="{CF5CB994-6A0E-494F-957D-1D85B873F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863" y="1604965"/>
              <a:ext cx="71438" cy="112713"/>
            </a:xfrm>
            <a:custGeom>
              <a:avLst/>
              <a:gdLst>
                <a:gd name="T0" fmla="*/ 4 w 19"/>
                <a:gd name="T1" fmla="*/ 1 h 30"/>
                <a:gd name="T2" fmla="*/ 2 w 19"/>
                <a:gd name="T3" fmla="*/ 0 h 30"/>
                <a:gd name="T4" fmla="*/ 1 w 19"/>
                <a:gd name="T5" fmla="*/ 0 h 30"/>
                <a:gd name="T6" fmla="*/ 0 w 19"/>
                <a:gd name="T7" fmla="*/ 1 h 30"/>
                <a:gd name="T8" fmla="*/ 0 w 19"/>
                <a:gd name="T9" fmla="*/ 3 h 30"/>
                <a:gd name="T10" fmla="*/ 15 w 19"/>
                <a:gd name="T11" fmla="*/ 29 h 30"/>
                <a:gd name="T12" fmla="*/ 18 w 19"/>
                <a:gd name="T13" fmla="*/ 30 h 30"/>
                <a:gd name="T14" fmla="*/ 19 w 19"/>
                <a:gd name="T15" fmla="*/ 26 h 30"/>
                <a:gd name="T16" fmla="*/ 4 w 19"/>
                <a:gd name="T17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30">
                  <a:moveTo>
                    <a:pt x="4" y="1"/>
                  </a:move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30"/>
                    <a:pt x="17" y="30"/>
                    <a:pt x="18" y="30"/>
                  </a:cubicBezTo>
                  <a:cubicBezTo>
                    <a:pt x="19" y="29"/>
                    <a:pt x="19" y="27"/>
                    <a:pt x="19" y="26"/>
                  </a:cubicBezTo>
                  <a:lnTo>
                    <a:pt x="4" y="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25" name="Freeform 151">
              <a:extLst>
                <a:ext uri="{FF2B5EF4-FFF2-40B4-BE49-F238E27FC236}">
                  <a16:creationId xmlns:a16="http://schemas.microsoft.com/office/drawing/2014/main" id="{2EBA7636-7ED6-46FA-AD0D-6934C3991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1296989"/>
              <a:ext cx="76200" cy="115888"/>
            </a:xfrm>
            <a:custGeom>
              <a:avLst/>
              <a:gdLst>
                <a:gd name="T0" fmla="*/ 4 w 20"/>
                <a:gd name="T1" fmla="*/ 2 h 31"/>
                <a:gd name="T2" fmla="*/ 2 w 20"/>
                <a:gd name="T3" fmla="*/ 0 h 31"/>
                <a:gd name="T4" fmla="*/ 1 w 20"/>
                <a:gd name="T5" fmla="*/ 1 h 31"/>
                <a:gd name="T6" fmla="*/ 0 w 20"/>
                <a:gd name="T7" fmla="*/ 4 h 31"/>
                <a:gd name="T8" fmla="*/ 15 w 20"/>
                <a:gd name="T9" fmla="*/ 29 h 31"/>
                <a:gd name="T10" fmla="*/ 17 w 20"/>
                <a:gd name="T11" fmla="*/ 31 h 31"/>
                <a:gd name="T12" fmla="*/ 18 w 20"/>
                <a:gd name="T13" fmla="*/ 30 h 31"/>
                <a:gd name="T14" fmla="*/ 19 w 20"/>
                <a:gd name="T15" fmla="*/ 27 h 31"/>
                <a:gd name="T16" fmla="*/ 4 w 20"/>
                <a:gd name="T17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31">
                  <a:moveTo>
                    <a:pt x="4" y="2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30"/>
                    <a:pt x="16" y="31"/>
                    <a:pt x="17" y="31"/>
                  </a:cubicBezTo>
                  <a:cubicBezTo>
                    <a:pt x="17" y="31"/>
                    <a:pt x="18" y="31"/>
                    <a:pt x="18" y="30"/>
                  </a:cubicBezTo>
                  <a:cubicBezTo>
                    <a:pt x="19" y="30"/>
                    <a:pt x="20" y="28"/>
                    <a:pt x="19" y="27"/>
                  </a:cubicBezTo>
                  <a:lnTo>
                    <a:pt x="4" y="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26" name="Freeform 152">
              <a:extLst>
                <a:ext uri="{FF2B5EF4-FFF2-40B4-BE49-F238E27FC236}">
                  <a16:creationId xmlns:a16="http://schemas.microsoft.com/office/drawing/2014/main" id="{DDC891E5-36BE-48CF-9919-FA843C01E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25" y="1560515"/>
              <a:ext cx="115888" cy="74613"/>
            </a:xfrm>
            <a:custGeom>
              <a:avLst/>
              <a:gdLst>
                <a:gd name="T0" fmla="*/ 30 w 31"/>
                <a:gd name="T1" fmla="*/ 1 h 20"/>
                <a:gd name="T2" fmla="*/ 28 w 31"/>
                <a:gd name="T3" fmla="*/ 0 h 20"/>
                <a:gd name="T4" fmla="*/ 27 w 31"/>
                <a:gd name="T5" fmla="*/ 0 h 20"/>
                <a:gd name="T6" fmla="*/ 1 w 31"/>
                <a:gd name="T7" fmla="*/ 15 h 20"/>
                <a:gd name="T8" fmla="*/ 0 w 31"/>
                <a:gd name="T9" fmla="*/ 16 h 20"/>
                <a:gd name="T10" fmla="*/ 1 w 31"/>
                <a:gd name="T11" fmla="*/ 18 h 20"/>
                <a:gd name="T12" fmla="*/ 4 w 31"/>
                <a:gd name="T13" fmla="*/ 19 h 20"/>
                <a:gd name="T14" fmla="*/ 29 w 31"/>
                <a:gd name="T15" fmla="*/ 4 h 20"/>
                <a:gd name="T16" fmla="*/ 30 w 31"/>
                <a:gd name="T17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20">
                  <a:moveTo>
                    <a:pt x="30" y="1"/>
                  </a:moveTo>
                  <a:cubicBezTo>
                    <a:pt x="30" y="0"/>
                    <a:pt x="29" y="0"/>
                    <a:pt x="28" y="0"/>
                  </a:cubicBezTo>
                  <a:cubicBezTo>
                    <a:pt x="28" y="0"/>
                    <a:pt x="27" y="0"/>
                    <a:pt x="27" y="0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6"/>
                    <a:pt x="0" y="16"/>
                  </a:cubicBezTo>
                  <a:cubicBezTo>
                    <a:pt x="0" y="17"/>
                    <a:pt x="0" y="18"/>
                    <a:pt x="1" y="18"/>
                  </a:cubicBezTo>
                  <a:cubicBezTo>
                    <a:pt x="1" y="19"/>
                    <a:pt x="3" y="20"/>
                    <a:pt x="4" y="19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0" y="3"/>
                    <a:pt x="31" y="2"/>
                    <a:pt x="30" y="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27" name="Freeform 153">
              <a:extLst>
                <a:ext uri="{FF2B5EF4-FFF2-40B4-BE49-F238E27FC236}">
                  <a16:creationId xmlns:a16="http://schemas.microsoft.com/office/drawing/2014/main" id="{AD2EB2A7-1BDC-4E01-BAFF-7FB7F1F27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138" y="1382715"/>
              <a:ext cx="117475" cy="76200"/>
            </a:xfrm>
            <a:custGeom>
              <a:avLst/>
              <a:gdLst>
                <a:gd name="T0" fmla="*/ 1 w 31"/>
                <a:gd name="T1" fmla="*/ 16 h 20"/>
                <a:gd name="T2" fmla="*/ 1 w 31"/>
                <a:gd name="T3" fmla="*/ 18 h 20"/>
                <a:gd name="T4" fmla="*/ 4 w 31"/>
                <a:gd name="T5" fmla="*/ 19 h 20"/>
                <a:gd name="T6" fmla="*/ 30 w 31"/>
                <a:gd name="T7" fmla="*/ 4 h 20"/>
                <a:gd name="T8" fmla="*/ 31 w 31"/>
                <a:gd name="T9" fmla="*/ 3 h 20"/>
                <a:gd name="T10" fmla="*/ 30 w 31"/>
                <a:gd name="T11" fmla="*/ 1 h 20"/>
                <a:gd name="T12" fmla="*/ 28 w 31"/>
                <a:gd name="T13" fmla="*/ 0 h 20"/>
                <a:gd name="T14" fmla="*/ 27 w 31"/>
                <a:gd name="T15" fmla="*/ 0 h 20"/>
                <a:gd name="T16" fmla="*/ 2 w 31"/>
                <a:gd name="T17" fmla="*/ 15 h 20"/>
                <a:gd name="T18" fmla="*/ 1 w 31"/>
                <a:gd name="T1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0">
                  <a:moveTo>
                    <a:pt x="1" y="16"/>
                  </a:moveTo>
                  <a:cubicBezTo>
                    <a:pt x="0" y="17"/>
                    <a:pt x="0" y="18"/>
                    <a:pt x="1" y="18"/>
                  </a:cubicBezTo>
                  <a:cubicBezTo>
                    <a:pt x="1" y="19"/>
                    <a:pt x="3" y="20"/>
                    <a:pt x="4" y="19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3"/>
                    <a:pt x="31" y="3"/>
                  </a:cubicBezTo>
                  <a:cubicBezTo>
                    <a:pt x="31" y="2"/>
                    <a:pt x="31" y="2"/>
                    <a:pt x="30" y="1"/>
                  </a:cubicBezTo>
                  <a:cubicBezTo>
                    <a:pt x="30" y="0"/>
                    <a:pt x="29" y="0"/>
                    <a:pt x="28" y="0"/>
                  </a:cubicBezTo>
                  <a:cubicBezTo>
                    <a:pt x="28" y="0"/>
                    <a:pt x="28" y="0"/>
                    <a:pt x="27" y="0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5"/>
                    <a:pt x="1" y="16"/>
                    <a:pt x="1" y="1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28" name="Freeform 154">
              <a:extLst>
                <a:ext uri="{FF2B5EF4-FFF2-40B4-BE49-F238E27FC236}">
                  <a16:creationId xmlns:a16="http://schemas.microsoft.com/office/drawing/2014/main" id="{418F7DA2-5469-4CFB-83C4-F4E0B8906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138" y="1560515"/>
              <a:ext cx="117475" cy="74613"/>
            </a:xfrm>
            <a:custGeom>
              <a:avLst/>
              <a:gdLst>
                <a:gd name="T0" fmla="*/ 30 w 31"/>
                <a:gd name="T1" fmla="*/ 15 h 20"/>
                <a:gd name="T2" fmla="*/ 4 w 31"/>
                <a:gd name="T3" fmla="*/ 0 h 20"/>
                <a:gd name="T4" fmla="*/ 3 w 31"/>
                <a:gd name="T5" fmla="*/ 0 h 20"/>
                <a:gd name="T6" fmla="*/ 1 w 31"/>
                <a:gd name="T7" fmla="*/ 1 h 20"/>
                <a:gd name="T8" fmla="*/ 2 w 31"/>
                <a:gd name="T9" fmla="*/ 4 h 20"/>
                <a:gd name="T10" fmla="*/ 27 w 31"/>
                <a:gd name="T11" fmla="*/ 19 h 20"/>
                <a:gd name="T12" fmla="*/ 30 w 31"/>
                <a:gd name="T13" fmla="*/ 18 h 20"/>
                <a:gd name="T14" fmla="*/ 30 w 31"/>
                <a:gd name="T15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20">
                  <a:moveTo>
                    <a:pt x="30" y="15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1" y="3"/>
                    <a:pt x="2" y="4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8" y="20"/>
                    <a:pt x="30" y="19"/>
                    <a:pt x="30" y="18"/>
                  </a:cubicBezTo>
                  <a:cubicBezTo>
                    <a:pt x="31" y="17"/>
                    <a:pt x="31" y="16"/>
                    <a:pt x="30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29" name="Freeform 155">
              <a:extLst>
                <a:ext uri="{FF2B5EF4-FFF2-40B4-BE49-F238E27FC236}">
                  <a16:creationId xmlns:a16="http://schemas.microsoft.com/office/drawing/2014/main" id="{08CC98BD-E6DE-4CE2-B6DD-AEF72F72A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25" y="1382715"/>
              <a:ext cx="115888" cy="76200"/>
            </a:xfrm>
            <a:custGeom>
              <a:avLst/>
              <a:gdLst>
                <a:gd name="T0" fmla="*/ 1 w 31"/>
                <a:gd name="T1" fmla="*/ 4 h 20"/>
                <a:gd name="T2" fmla="*/ 27 w 31"/>
                <a:gd name="T3" fmla="*/ 19 h 20"/>
                <a:gd name="T4" fmla="*/ 30 w 31"/>
                <a:gd name="T5" fmla="*/ 18 h 20"/>
                <a:gd name="T6" fmla="*/ 30 w 31"/>
                <a:gd name="T7" fmla="*/ 16 h 20"/>
                <a:gd name="T8" fmla="*/ 29 w 31"/>
                <a:gd name="T9" fmla="*/ 15 h 20"/>
                <a:gd name="T10" fmla="*/ 4 w 31"/>
                <a:gd name="T11" fmla="*/ 0 h 20"/>
                <a:gd name="T12" fmla="*/ 3 w 31"/>
                <a:gd name="T13" fmla="*/ 0 h 20"/>
                <a:gd name="T14" fmla="*/ 1 w 31"/>
                <a:gd name="T15" fmla="*/ 1 h 20"/>
                <a:gd name="T16" fmla="*/ 0 w 31"/>
                <a:gd name="T17" fmla="*/ 3 h 20"/>
                <a:gd name="T18" fmla="*/ 1 w 31"/>
                <a:gd name="T19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0">
                  <a:moveTo>
                    <a:pt x="1" y="4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28" y="20"/>
                    <a:pt x="30" y="19"/>
                    <a:pt x="30" y="18"/>
                  </a:cubicBezTo>
                  <a:cubicBezTo>
                    <a:pt x="31" y="18"/>
                    <a:pt x="31" y="17"/>
                    <a:pt x="30" y="16"/>
                  </a:cubicBezTo>
                  <a:cubicBezTo>
                    <a:pt x="30" y="16"/>
                    <a:pt x="30" y="15"/>
                    <a:pt x="29" y="1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4"/>
                    <a:pt x="1" y="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30" name="Freeform 156">
              <a:extLst>
                <a:ext uri="{FF2B5EF4-FFF2-40B4-BE49-F238E27FC236}">
                  <a16:creationId xmlns:a16="http://schemas.microsoft.com/office/drawing/2014/main" id="{2065E618-4411-47DA-BF67-F1A47222B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1604965"/>
              <a:ext cx="71438" cy="112713"/>
            </a:xfrm>
            <a:custGeom>
              <a:avLst/>
              <a:gdLst>
                <a:gd name="T0" fmla="*/ 18 w 19"/>
                <a:gd name="T1" fmla="*/ 0 h 30"/>
                <a:gd name="T2" fmla="*/ 17 w 19"/>
                <a:gd name="T3" fmla="*/ 0 h 30"/>
                <a:gd name="T4" fmla="*/ 15 w 19"/>
                <a:gd name="T5" fmla="*/ 1 h 30"/>
                <a:gd name="T6" fmla="*/ 0 w 19"/>
                <a:gd name="T7" fmla="*/ 26 h 30"/>
                <a:gd name="T8" fmla="*/ 1 w 19"/>
                <a:gd name="T9" fmla="*/ 30 h 30"/>
                <a:gd name="T10" fmla="*/ 4 w 19"/>
                <a:gd name="T11" fmla="*/ 29 h 30"/>
                <a:gd name="T12" fmla="*/ 19 w 19"/>
                <a:gd name="T13" fmla="*/ 3 h 30"/>
                <a:gd name="T14" fmla="*/ 19 w 19"/>
                <a:gd name="T15" fmla="*/ 1 h 30"/>
                <a:gd name="T16" fmla="*/ 18 w 19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30">
                  <a:moveTo>
                    <a:pt x="18" y="0"/>
                  </a:moveTo>
                  <a:cubicBezTo>
                    <a:pt x="18" y="0"/>
                    <a:pt x="17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0" y="29"/>
                    <a:pt x="1" y="30"/>
                  </a:cubicBezTo>
                  <a:cubicBezTo>
                    <a:pt x="2" y="30"/>
                    <a:pt x="4" y="30"/>
                    <a:pt x="4" y="29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2"/>
                    <a:pt x="19" y="2"/>
                    <a:pt x="19" y="1"/>
                  </a:cubicBezTo>
                  <a:cubicBezTo>
                    <a:pt x="19" y="1"/>
                    <a:pt x="19" y="0"/>
                    <a:pt x="18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131" name="Freeform 157">
              <a:extLst>
                <a:ext uri="{FF2B5EF4-FFF2-40B4-BE49-F238E27FC236}">
                  <a16:creationId xmlns:a16="http://schemas.microsoft.com/office/drawing/2014/main" id="{4DCDBC88-51BE-45DC-8362-A19DB0956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1296989"/>
              <a:ext cx="74613" cy="115888"/>
            </a:xfrm>
            <a:custGeom>
              <a:avLst/>
              <a:gdLst>
                <a:gd name="T0" fmla="*/ 2 w 20"/>
                <a:gd name="T1" fmla="*/ 30 h 31"/>
                <a:gd name="T2" fmla="*/ 5 w 20"/>
                <a:gd name="T3" fmla="*/ 29 h 31"/>
                <a:gd name="T4" fmla="*/ 20 w 20"/>
                <a:gd name="T5" fmla="*/ 4 h 31"/>
                <a:gd name="T6" fmla="*/ 19 w 20"/>
                <a:gd name="T7" fmla="*/ 1 h 31"/>
                <a:gd name="T8" fmla="*/ 18 w 20"/>
                <a:gd name="T9" fmla="*/ 0 h 31"/>
                <a:gd name="T10" fmla="*/ 16 w 20"/>
                <a:gd name="T11" fmla="*/ 2 h 31"/>
                <a:gd name="T12" fmla="*/ 1 w 20"/>
                <a:gd name="T13" fmla="*/ 27 h 31"/>
                <a:gd name="T14" fmla="*/ 2 w 20"/>
                <a:gd name="T1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31">
                  <a:moveTo>
                    <a:pt x="2" y="30"/>
                  </a:moveTo>
                  <a:cubicBezTo>
                    <a:pt x="3" y="31"/>
                    <a:pt x="4" y="31"/>
                    <a:pt x="5" y="29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3"/>
                    <a:pt x="20" y="1"/>
                    <a:pt x="19" y="1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0"/>
                    <a:pt x="16" y="1"/>
                    <a:pt x="16" y="2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1" y="30"/>
                    <a:pt x="2" y="3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68" name="内容占位符 2"/>
          <p:cNvSpPr>
            <a:spLocks noGrp="1"/>
          </p:cNvSpPr>
          <p:nvPr>
            <p:ph idx="16"/>
          </p:nvPr>
        </p:nvSpPr>
        <p:spPr>
          <a:xfrm>
            <a:off x="973604" y="1368089"/>
            <a:ext cx="5194800" cy="2232000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lang="en-US" altLang="zh-CN" dirty="0"/>
          </a:p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5115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Bullet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204550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8" name="组合 1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40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7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31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9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6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24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47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8" name="内容占位符 2"/>
          <p:cNvSpPr>
            <a:spLocks noGrp="1"/>
          </p:cNvSpPr>
          <p:nvPr>
            <p:ph idx="1"/>
          </p:nvPr>
        </p:nvSpPr>
        <p:spPr>
          <a:xfrm>
            <a:off x="838200" y="4167486"/>
            <a:ext cx="5200895" cy="1563608"/>
          </a:xfrm>
        </p:spPr>
        <p:txBody>
          <a:bodyPr>
            <a:noAutofit/>
          </a:bodyPr>
          <a:lstStyle>
            <a:lvl1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1" name="内容占位符 2"/>
          <p:cNvSpPr>
            <a:spLocks noGrp="1"/>
          </p:cNvSpPr>
          <p:nvPr>
            <p:ph idx="13"/>
          </p:nvPr>
        </p:nvSpPr>
        <p:spPr>
          <a:xfrm>
            <a:off x="6470673" y="1727849"/>
            <a:ext cx="5196096" cy="1527294"/>
          </a:xfrm>
          <a:solidFill>
            <a:srgbClr val="A13F0B"/>
          </a:solidFill>
        </p:spPr>
        <p:txBody>
          <a:bodyPr>
            <a:noAutofit/>
          </a:bodyPr>
          <a:lstStyle>
            <a:lvl1pPr>
              <a:lnSpc>
                <a:spcPct val="125000"/>
              </a:lnSpc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8" name="内容占位符 2"/>
          <p:cNvSpPr>
            <a:spLocks noGrp="1"/>
          </p:cNvSpPr>
          <p:nvPr>
            <p:ph idx="14"/>
          </p:nvPr>
        </p:nvSpPr>
        <p:spPr>
          <a:xfrm>
            <a:off x="828745" y="1730770"/>
            <a:ext cx="5203343" cy="1527293"/>
          </a:xfrm>
        </p:spPr>
        <p:txBody>
          <a:bodyPr>
            <a:noAutofit/>
          </a:bodyPr>
          <a:lstStyle>
            <a:lvl1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9" name="内容占位符 2"/>
          <p:cNvSpPr>
            <a:spLocks noGrp="1"/>
          </p:cNvSpPr>
          <p:nvPr>
            <p:ph idx="15"/>
          </p:nvPr>
        </p:nvSpPr>
        <p:spPr>
          <a:xfrm>
            <a:off x="6470673" y="4167486"/>
            <a:ext cx="5196096" cy="1543842"/>
          </a:xfrm>
        </p:spPr>
        <p:txBody>
          <a:bodyPr>
            <a:noAutofit/>
          </a:bodyPr>
          <a:lstStyle>
            <a:lvl1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indent="0" algn="l" defTabSz="914400" rtl="0" eaLnBrk="1" latinLnBrk="0" hangingPunct="1">
              <a:lnSpc>
                <a:spcPct val="125000"/>
              </a:lnSpc>
              <a:buFont typeface="Arial" panose="020B0604020202020204" pitchFamily="34" charset="0"/>
              <a:buNone/>
              <a:defRPr lang="zh-CN" altLang="en-US" sz="1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0" name="iS1ídê">
            <a:extLst>
              <a:ext uri="{FF2B5EF4-FFF2-40B4-BE49-F238E27FC236}">
                <a16:creationId xmlns:a16="http://schemas.microsoft.com/office/drawing/2014/main" id="{3AE8634D-736E-42F8-AEF0-E0860B55A3AE}"/>
              </a:ext>
            </a:extLst>
          </p:cNvPr>
          <p:cNvSpPr/>
          <p:nvPr userDrawn="1"/>
        </p:nvSpPr>
        <p:spPr>
          <a:xfrm rot="2700000">
            <a:off x="3058224" y="1008571"/>
            <a:ext cx="612000" cy="612000"/>
          </a:xfrm>
          <a:prstGeom prst="round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b="0" i="0" u="none" strike="noStrike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61" name="iS1ídê">
            <a:extLst>
              <a:ext uri="{FF2B5EF4-FFF2-40B4-BE49-F238E27FC236}">
                <a16:creationId xmlns:a16="http://schemas.microsoft.com/office/drawing/2014/main" id="{3AE8634D-736E-42F8-AEF0-E0860B55A3AE}"/>
              </a:ext>
            </a:extLst>
          </p:cNvPr>
          <p:cNvSpPr/>
          <p:nvPr userDrawn="1"/>
        </p:nvSpPr>
        <p:spPr>
          <a:xfrm rot="2700000">
            <a:off x="8993587" y="3471378"/>
            <a:ext cx="612000" cy="612000"/>
          </a:xfrm>
          <a:prstGeom prst="round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b="0" i="0" u="none" strike="noStrike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62" name="iS1ídê">
            <a:extLst>
              <a:ext uri="{FF2B5EF4-FFF2-40B4-BE49-F238E27FC236}">
                <a16:creationId xmlns:a16="http://schemas.microsoft.com/office/drawing/2014/main" id="{3AE8634D-736E-42F8-AEF0-E0860B55A3AE}"/>
              </a:ext>
            </a:extLst>
          </p:cNvPr>
          <p:cNvSpPr/>
          <p:nvPr userDrawn="1"/>
        </p:nvSpPr>
        <p:spPr>
          <a:xfrm rot="2700000">
            <a:off x="3058224" y="3461836"/>
            <a:ext cx="612000" cy="612000"/>
          </a:xfrm>
          <a:prstGeom prst="round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b="0" i="0" u="none" strike="noStrike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63" name="Freeform 126">
            <a:extLst>
              <a:ext uri="{FF2B5EF4-FFF2-40B4-BE49-F238E27FC236}">
                <a16:creationId xmlns:a16="http://schemas.microsoft.com/office/drawing/2014/main" id="{FBC7704A-2C4F-41E2-89EF-7E6B5376D95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166224" y="1116571"/>
            <a:ext cx="396000" cy="396000"/>
          </a:xfrm>
          <a:custGeom>
            <a:avLst/>
            <a:gdLst>
              <a:gd name="T0" fmla="*/ 106 w 108"/>
              <a:gd name="T1" fmla="*/ 15 h 128"/>
              <a:gd name="T2" fmla="*/ 10 w 108"/>
              <a:gd name="T3" fmla="*/ 15 h 128"/>
              <a:gd name="T4" fmla="*/ 5 w 108"/>
              <a:gd name="T5" fmla="*/ 10 h 128"/>
              <a:gd name="T6" fmla="*/ 10 w 108"/>
              <a:gd name="T7" fmla="*/ 5 h 128"/>
              <a:gd name="T8" fmla="*/ 106 w 108"/>
              <a:gd name="T9" fmla="*/ 5 h 128"/>
              <a:gd name="T10" fmla="*/ 108 w 108"/>
              <a:gd name="T11" fmla="*/ 2 h 128"/>
              <a:gd name="T12" fmla="*/ 106 w 108"/>
              <a:gd name="T13" fmla="*/ 0 h 128"/>
              <a:gd name="T14" fmla="*/ 10 w 108"/>
              <a:gd name="T15" fmla="*/ 0 h 128"/>
              <a:gd name="T16" fmla="*/ 0 w 108"/>
              <a:gd name="T17" fmla="*/ 10 h 128"/>
              <a:gd name="T18" fmla="*/ 0 w 108"/>
              <a:gd name="T19" fmla="*/ 118 h 128"/>
              <a:gd name="T20" fmla="*/ 10 w 108"/>
              <a:gd name="T21" fmla="*/ 128 h 128"/>
              <a:gd name="T22" fmla="*/ 106 w 108"/>
              <a:gd name="T23" fmla="*/ 128 h 128"/>
              <a:gd name="T24" fmla="*/ 108 w 108"/>
              <a:gd name="T25" fmla="*/ 126 h 128"/>
              <a:gd name="T26" fmla="*/ 108 w 108"/>
              <a:gd name="T27" fmla="*/ 17 h 128"/>
              <a:gd name="T28" fmla="*/ 106 w 108"/>
              <a:gd name="T29" fmla="*/ 15 h 128"/>
              <a:gd name="T30" fmla="*/ 22 w 108"/>
              <a:gd name="T31" fmla="*/ 123 h 128"/>
              <a:gd name="T32" fmla="*/ 10 w 108"/>
              <a:gd name="T33" fmla="*/ 123 h 128"/>
              <a:gd name="T34" fmla="*/ 5 w 108"/>
              <a:gd name="T35" fmla="*/ 118 h 128"/>
              <a:gd name="T36" fmla="*/ 5 w 108"/>
              <a:gd name="T37" fmla="*/ 18 h 128"/>
              <a:gd name="T38" fmla="*/ 6 w 108"/>
              <a:gd name="T39" fmla="*/ 19 h 128"/>
              <a:gd name="T40" fmla="*/ 10 w 108"/>
              <a:gd name="T41" fmla="*/ 19 h 128"/>
              <a:gd name="T42" fmla="*/ 22 w 108"/>
              <a:gd name="T43" fmla="*/ 19 h 128"/>
              <a:gd name="T44" fmla="*/ 22 w 108"/>
              <a:gd name="T45" fmla="*/ 123 h 128"/>
              <a:gd name="T46" fmla="*/ 104 w 108"/>
              <a:gd name="T47" fmla="*/ 123 h 128"/>
              <a:gd name="T48" fmla="*/ 27 w 108"/>
              <a:gd name="T49" fmla="*/ 123 h 128"/>
              <a:gd name="T50" fmla="*/ 27 w 108"/>
              <a:gd name="T51" fmla="*/ 19 h 128"/>
              <a:gd name="T52" fmla="*/ 104 w 108"/>
              <a:gd name="T53" fmla="*/ 19 h 128"/>
              <a:gd name="T54" fmla="*/ 104 w 108"/>
              <a:gd name="T55" fmla="*/ 123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08" h="128">
                <a:moveTo>
                  <a:pt x="106" y="15"/>
                </a:moveTo>
                <a:cubicBezTo>
                  <a:pt x="10" y="15"/>
                  <a:pt x="10" y="15"/>
                  <a:pt x="10" y="15"/>
                </a:cubicBezTo>
                <a:cubicBezTo>
                  <a:pt x="7" y="15"/>
                  <a:pt x="5" y="13"/>
                  <a:pt x="5" y="10"/>
                </a:cubicBezTo>
                <a:cubicBezTo>
                  <a:pt x="5" y="7"/>
                  <a:pt x="7" y="5"/>
                  <a:pt x="10" y="5"/>
                </a:cubicBezTo>
                <a:cubicBezTo>
                  <a:pt x="106" y="5"/>
                  <a:pt x="106" y="5"/>
                  <a:pt x="106" y="5"/>
                </a:cubicBezTo>
                <a:cubicBezTo>
                  <a:pt x="107" y="5"/>
                  <a:pt x="108" y="4"/>
                  <a:pt x="108" y="2"/>
                </a:cubicBezTo>
                <a:cubicBezTo>
                  <a:pt x="108" y="1"/>
                  <a:pt x="107" y="0"/>
                  <a:pt x="106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4"/>
                  <a:pt x="4" y="128"/>
                  <a:pt x="10" y="128"/>
                </a:cubicBezTo>
                <a:cubicBezTo>
                  <a:pt x="106" y="128"/>
                  <a:pt x="106" y="128"/>
                  <a:pt x="106" y="128"/>
                </a:cubicBezTo>
                <a:cubicBezTo>
                  <a:pt x="107" y="128"/>
                  <a:pt x="108" y="127"/>
                  <a:pt x="108" y="126"/>
                </a:cubicBezTo>
                <a:cubicBezTo>
                  <a:pt x="108" y="17"/>
                  <a:pt x="108" y="17"/>
                  <a:pt x="108" y="17"/>
                </a:cubicBezTo>
                <a:cubicBezTo>
                  <a:pt x="108" y="16"/>
                  <a:pt x="107" y="15"/>
                  <a:pt x="106" y="15"/>
                </a:cubicBezTo>
                <a:close/>
                <a:moveTo>
                  <a:pt x="22" y="123"/>
                </a:moveTo>
                <a:cubicBezTo>
                  <a:pt x="10" y="123"/>
                  <a:pt x="10" y="123"/>
                  <a:pt x="10" y="123"/>
                </a:cubicBezTo>
                <a:cubicBezTo>
                  <a:pt x="7" y="123"/>
                  <a:pt x="5" y="121"/>
                  <a:pt x="5" y="118"/>
                </a:cubicBezTo>
                <a:cubicBezTo>
                  <a:pt x="5" y="18"/>
                  <a:pt x="5" y="18"/>
                  <a:pt x="5" y="18"/>
                </a:cubicBezTo>
                <a:cubicBezTo>
                  <a:pt x="6" y="19"/>
                  <a:pt x="6" y="19"/>
                  <a:pt x="6" y="19"/>
                </a:cubicBezTo>
                <a:cubicBezTo>
                  <a:pt x="8" y="19"/>
                  <a:pt x="9" y="19"/>
                  <a:pt x="10" y="19"/>
                </a:cubicBezTo>
                <a:cubicBezTo>
                  <a:pt x="22" y="19"/>
                  <a:pt x="22" y="19"/>
                  <a:pt x="22" y="19"/>
                </a:cubicBezTo>
                <a:lnTo>
                  <a:pt x="22" y="123"/>
                </a:lnTo>
                <a:close/>
                <a:moveTo>
                  <a:pt x="104" y="123"/>
                </a:moveTo>
                <a:cubicBezTo>
                  <a:pt x="27" y="123"/>
                  <a:pt x="27" y="123"/>
                  <a:pt x="27" y="123"/>
                </a:cubicBezTo>
                <a:cubicBezTo>
                  <a:pt x="27" y="19"/>
                  <a:pt x="27" y="19"/>
                  <a:pt x="27" y="19"/>
                </a:cubicBezTo>
                <a:cubicBezTo>
                  <a:pt x="104" y="19"/>
                  <a:pt x="104" y="19"/>
                  <a:pt x="104" y="19"/>
                </a:cubicBezTo>
                <a:lnTo>
                  <a:pt x="104" y="1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E6880DC6-BF63-4D9A-8564-77CFFAF1E2A7}"/>
              </a:ext>
            </a:extLst>
          </p:cNvPr>
          <p:cNvGrpSpPr/>
          <p:nvPr userDrawn="1"/>
        </p:nvGrpSpPr>
        <p:grpSpPr>
          <a:xfrm>
            <a:off x="3166224" y="3553286"/>
            <a:ext cx="396000" cy="396000"/>
            <a:chOff x="9217025" y="2227263"/>
            <a:chExt cx="481013" cy="479425"/>
          </a:xfrm>
          <a:solidFill>
            <a:srgbClr val="FFFFFF"/>
          </a:solidFill>
        </p:grpSpPr>
        <p:sp>
          <p:nvSpPr>
            <p:cNvPr id="65" name="Freeform 105">
              <a:extLst>
                <a:ext uri="{FF2B5EF4-FFF2-40B4-BE49-F238E27FC236}">
                  <a16:creationId xmlns:a16="http://schemas.microsoft.com/office/drawing/2014/main" id="{A82FDE47-D2EE-454B-ADC8-0C3628ACA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025" y="2227263"/>
              <a:ext cx="481013" cy="479425"/>
            </a:xfrm>
            <a:custGeom>
              <a:avLst/>
              <a:gdLst>
                <a:gd name="T0" fmla="*/ 126 w 128"/>
                <a:gd name="T1" fmla="*/ 123 h 128"/>
                <a:gd name="T2" fmla="*/ 5 w 128"/>
                <a:gd name="T3" fmla="*/ 123 h 128"/>
                <a:gd name="T4" fmla="*/ 5 w 128"/>
                <a:gd name="T5" fmla="*/ 2 h 128"/>
                <a:gd name="T6" fmla="*/ 2 w 128"/>
                <a:gd name="T7" fmla="*/ 0 h 128"/>
                <a:gd name="T8" fmla="*/ 0 w 128"/>
                <a:gd name="T9" fmla="*/ 2 h 128"/>
                <a:gd name="T10" fmla="*/ 0 w 128"/>
                <a:gd name="T11" fmla="*/ 126 h 128"/>
                <a:gd name="T12" fmla="*/ 2 w 128"/>
                <a:gd name="T13" fmla="*/ 128 h 128"/>
                <a:gd name="T14" fmla="*/ 126 w 128"/>
                <a:gd name="T15" fmla="*/ 128 h 128"/>
                <a:gd name="T16" fmla="*/ 128 w 128"/>
                <a:gd name="T17" fmla="*/ 126 h 128"/>
                <a:gd name="T18" fmla="*/ 126 w 128"/>
                <a:gd name="T1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" h="128">
                  <a:moveTo>
                    <a:pt x="126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27"/>
                    <a:pt x="1" y="128"/>
                    <a:pt x="2" y="128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27" y="128"/>
                    <a:pt x="128" y="127"/>
                    <a:pt x="128" y="126"/>
                  </a:cubicBezTo>
                  <a:cubicBezTo>
                    <a:pt x="128" y="124"/>
                    <a:pt x="127" y="123"/>
                    <a:pt x="126" y="12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66" name="Freeform 106">
              <a:extLst>
                <a:ext uri="{FF2B5EF4-FFF2-40B4-BE49-F238E27FC236}">
                  <a16:creationId xmlns:a16="http://schemas.microsoft.com/office/drawing/2014/main" id="{ADE9B78B-7613-4487-8C4A-0EF3C1ED2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4175" y="2316163"/>
              <a:ext cx="423863" cy="274638"/>
            </a:xfrm>
            <a:custGeom>
              <a:avLst/>
              <a:gdLst>
                <a:gd name="T0" fmla="*/ 2 w 113"/>
                <a:gd name="T1" fmla="*/ 49 h 73"/>
                <a:gd name="T2" fmla="*/ 16 w 113"/>
                <a:gd name="T3" fmla="*/ 49 h 73"/>
                <a:gd name="T4" fmla="*/ 35 w 113"/>
                <a:gd name="T5" fmla="*/ 72 h 73"/>
                <a:gd name="T6" fmla="*/ 39 w 113"/>
                <a:gd name="T7" fmla="*/ 72 h 73"/>
                <a:gd name="T8" fmla="*/ 93 w 113"/>
                <a:gd name="T9" fmla="*/ 6 h 73"/>
                <a:gd name="T10" fmla="*/ 109 w 113"/>
                <a:gd name="T11" fmla="*/ 25 h 73"/>
                <a:gd name="T12" fmla="*/ 111 w 113"/>
                <a:gd name="T13" fmla="*/ 26 h 73"/>
                <a:gd name="T14" fmla="*/ 113 w 113"/>
                <a:gd name="T15" fmla="*/ 23 h 73"/>
                <a:gd name="T16" fmla="*/ 112 w 113"/>
                <a:gd name="T17" fmla="*/ 22 h 73"/>
                <a:gd name="T18" fmla="*/ 95 w 113"/>
                <a:gd name="T19" fmla="*/ 1 h 73"/>
                <a:gd name="T20" fmla="*/ 91 w 113"/>
                <a:gd name="T21" fmla="*/ 1 h 73"/>
                <a:gd name="T22" fmla="*/ 37 w 113"/>
                <a:gd name="T23" fmla="*/ 67 h 73"/>
                <a:gd name="T24" fmla="*/ 19 w 113"/>
                <a:gd name="T25" fmla="*/ 45 h 73"/>
                <a:gd name="T26" fmla="*/ 17 w 113"/>
                <a:gd name="T27" fmla="*/ 44 h 73"/>
                <a:gd name="T28" fmla="*/ 2 w 113"/>
                <a:gd name="T29" fmla="*/ 44 h 73"/>
                <a:gd name="T30" fmla="*/ 0 w 113"/>
                <a:gd name="T31" fmla="*/ 46 h 73"/>
                <a:gd name="T32" fmla="*/ 2 w 113"/>
                <a:gd name="T33" fmla="*/ 4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3" h="73">
                  <a:moveTo>
                    <a:pt x="2" y="49"/>
                  </a:moveTo>
                  <a:cubicBezTo>
                    <a:pt x="16" y="49"/>
                    <a:pt x="16" y="49"/>
                    <a:pt x="16" y="49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6" y="73"/>
                    <a:pt x="38" y="73"/>
                    <a:pt x="39" y="72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9" y="25"/>
                    <a:pt x="110" y="26"/>
                    <a:pt x="111" y="26"/>
                  </a:cubicBezTo>
                  <a:cubicBezTo>
                    <a:pt x="112" y="26"/>
                    <a:pt x="113" y="25"/>
                    <a:pt x="113" y="23"/>
                  </a:cubicBezTo>
                  <a:cubicBezTo>
                    <a:pt x="113" y="23"/>
                    <a:pt x="112" y="22"/>
                    <a:pt x="112" y="22"/>
                  </a:cubicBezTo>
                  <a:cubicBezTo>
                    <a:pt x="95" y="1"/>
                    <a:pt x="95" y="1"/>
                    <a:pt x="95" y="1"/>
                  </a:cubicBezTo>
                  <a:cubicBezTo>
                    <a:pt x="94" y="0"/>
                    <a:pt x="92" y="0"/>
                    <a:pt x="91" y="1"/>
                  </a:cubicBezTo>
                  <a:cubicBezTo>
                    <a:pt x="37" y="67"/>
                    <a:pt x="37" y="67"/>
                    <a:pt x="37" y="67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8" y="44"/>
                    <a:pt x="17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1" y="44"/>
                    <a:pt x="0" y="45"/>
                    <a:pt x="0" y="46"/>
                  </a:cubicBezTo>
                  <a:cubicBezTo>
                    <a:pt x="0" y="48"/>
                    <a:pt x="1" y="49"/>
                    <a:pt x="2" y="4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3D8EC3C4-E5C0-43B3-B608-12A33A21CC7B}"/>
              </a:ext>
            </a:extLst>
          </p:cNvPr>
          <p:cNvGrpSpPr/>
          <p:nvPr userDrawn="1"/>
        </p:nvGrpSpPr>
        <p:grpSpPr>
          <a:xfrm>
            <a:off x="9101587" y="3558854"/>
            <a:ext cx="396000" cy="396000"/>
            <a:chOff x="10179050" y="304800"/>
            <a:chExt cx="481013" cy="481013"/>
          </a:xfrm>
          <a:solidFill>
            <a:srgbClr val="FFFFFF"/>
          </a:solidFill>
        </p:grpSpPr>
        <p:sp>
          <p:nvSpPr>
            <p:cNvPr id="68" name="Freeform 217">
              <a:extLst>
                <a:ext uri="{FF2B5EF4-FFF2-40B4-BE49-F238E27FC236}">
                  <a16:creationId xmlns:a16="http://schemas.microsoft.com/office/drawing/2014/main" id="{E2DF13AD-3BD8-47DE-B4C7-9F4EE30D4A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9050" y="304800"/>
              <a:ext cx="481013" cy="481013"/>
            </a:xfrm>
            <a:custGeom>
              <a:avLst/>
              <a:gdLst>
                <a:gd name="T0" fmla="*/ 122 w 128"/>
                <a:gd name="T1" fmla="*/ 11 h 128"/>
                <a:gd name="T2" fmla="*/ 102 w 128"/>
                <a:gd name="T3" fmla="*/ 11 h 128"/>
                <a:gd name="T4" fmla="*/ 102 w 128"/>
                <a:gd name="T5" fmla="*/ 3 h 128"/>
                <a:gd name="T6" fmla="*/ 100 w 128"/>
                <a:gd name="T7" fmla="*/ 1 h 128"/>
                <a:gd name="T8" fmla="*/ 98 w 128"/>
                <a:gd name="T9" fmla="*/ 3 h 128"/>
                <a:gd name="T10" fmla="*/ 98 w 128"/>
                <a:gd name="T11" fmla="*/ 11 h 128"/>
                <a:gd name="T12" fmla="*/ 66 w 128"/>
                <a:gd name="T13" fmla="*/ 11 h 128"/>
                <a:gd name="T14" fmla="*/ 66 w 128"/>
                <a:gd name="T15" fmla="*/ 3 h 128"/>
                <a:gd name="T16" fmla="*/ 64 w 128"/>
                <a:gd name="T17" fmla="*/ 1 h 128"/>
                <a:gd name="T18" fmla="*/ 62 w 128"/>
                <a:gd name="T19" fmla="*/ 3 h 128"/>
                <a:gd name="T20" fmla="*/ 62 w 128"/>
                <a:gd name="T21" fmla="*/ 11 h 128"/>
                <a:gd name="T22" fmla="*/ 30 w 128"/>
                <a:gd name="T23" fmla="*/ 11 h 128"/>
                <a:gd name="T24" fmla="*/ 30 w 128"/>
                <a:gd name="T25" fmla="*/ 2 h 128"/>
                <a:gd name="T26" fmla="*/ 28 w 128"/>
                <a:gd name="T27" fmla="*/ 0 h 128"/>
                <a:gd name="T28" fmla="*/ 26 w 128"/>
                <a:gd name="T29" fmla="*/ 2 h 128"/>
                <a:gd name="T30" fmla="*/ 26 w 128"/>
                <a:gd name="T31" fmla="*/ 11 h 128"/>
                <a:gd name="T32" fmla="*/ 6 w 128"/>
                <a:gd name="T33" fmla="*/ 11 h 128"/>
                <a:gd name="T34" fmla="*/ 0 w 128"/>
                <a:gd name="T35" fmla="*/ 17 h 128"/>
                <a:gd name="T36" fmla="*/ 0 w 128"/>
                <a:gd name="T37" fmla="*/ 122 h 128"/>
                <a:gd name="T38" fmla="*/ 6 w 128"/>
                <a:gd name="T39" fmla="*/ 128 h 128"/>
                <a:gd name="T40" fmla="*/ 122 w 128"/>
                <a:gd name="T41" fmla="*/ 128 h 128"/>
                <a:gd name="T42" fmla="*/ 128 w 128"/>
                <a:gd name="T43" fmla="*/ 122 h 128"/>
                <a:gd name="T44" fmla="*/ 128 w 128"/>
                <a:gd name="T45" fmla="*/ 17 h 128"/>
                <a:gd name="T46" fmla="*/ 122 w 128"/>
                <a:gd name="T47" fmla="*/ 11 h 128"/>
                <a:gd name="T48" fmla="*/ 123 w 128"/>
                <a:gd name="T49" fmla="*/ 123 h 128"/>
                <a:gd name="T50" fmla="*/ 5 w 128"/>
                <a:gd name="T51" fmla="*/ 123 h 128"/>
                <a:gd name="T52" fmla="*/ 5 w 128"/>
                <a:gd name="T53" fmla="*/ 42 h 128"/>
                <a:gd name="T54" fmla="*/ 123 w 128"/>
                <a:gd name="T55" fmla="*/ 42 h 128"/>
                <a:gd name="T56" fmla="*/ 123 w 128"/>
                <a:gd name="T57" fmla="*/ 123 h 128"/>
                <a:gd name="T58" fmla="*/ 123 w 128"/>
                <a:gd name="T59" fmla="*/ 37 h 128"/>
                <a:gd name="T60" fmla="*/ 5 w 128"/>
                <a:gd name="T61" fmla="*/ 37 h 128"/>
                <a:gd name="T62" fmla="*/ 5 w 128"/>
                <a:gd name="T63" fmla="*/ 16 h 128"/>
                <a:gd name="T64" fmla="*/ 26 w 128"/>
                <a:gd name="T65" fmla="*/ 16 h 128"/>
                <a:gd name="T66" fmla="*/ 26 w 128"/>
                <a:gd name="T67" fmla="*/ 23 h 128"/>
                <a:gd name="T68" fmla="*/ 28 w 128"/>
                <a:gd name="T69" fmla="*/ 26 h 128"/>
                <a:gd name="T70" fmla="*/ 30 w 128"/>
                <a:gd name="T71" fmla="*/ 23 h 128"/>
                <a:gd name="T72" fmla="*/ 30 w 128"/>
                <a:gd name="T73" fmla="*/ 16 h 128"/>
                <a:gd name="T74" fmla="*/ 62 w 128"/>
                <a:gd name="T75" fmla="*/ 16 h 128"/>
                <a:gd name="T76" fmla="*/ 62 w 128"/>
                <a:gd name="T77" fmla="*/ 25 h 128"/>
                <a:gd name="T78" fmla="*/ 64 w 128"/>
                <a:gd name="T79" fmla="*/ 27 h 128"/>
                <a:gd name="T80" fmla="*/ 66 w 128"/>
                <a:gd name="T81" fmla="*/ 25 h 128"/>
                <a:gd name="T82" fmla="*/ 66 w 128"/>
                <a:gd name="T83" fmla="*/ 16 h 128"/>
                <a:gd name="T84" fmla="*/ 98 w 128"/>
                <a:gd name="T85" fmla="*/ 16 h 128"/>
                <a:gd name="T86" fmla="*/ 98 w 128"/>
                <a:gd name="T87" fmla="*/ 25 h 128"/>
                <a:gd name="T88" fmla="*/ 100 w 128"/>
                <a:gd name="T89" fmla="*/ 27 h 128"/>
                <a:gd name="T90" fmla="*/ 102 w 128"/>
                <a:gd name="T91" fmla="*/ 25 h 128"/>
                <a:gd name="T92" fmla="*/ 102 w 128"/>
                <a:gd name="T93" fmla="*/ 16 h 128"/>
                <a:gd name="T94" fmla="*/ 123 w 128"/>
                <a:gd name="T95" fmla="*/ 16 h 128"/>
                <a:gd name="T96" fmla="*/ 123 w 128"/>
                <a:gd name="T97" fmla="*/ 3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8" h="128">
                  <a:moveTo>
                    <a:pt x="122" y="11"/>
                  </a:moveTo>
                  <a:cubicBezTo>
                    <a:pt x="102" y="11"/>
                    <a:pt x="102" y="11"/>
                    <a:pt x="102" y="11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2" y="2"/>
                    <a:pt x="101" y="1"/>
                    <a:pt x="100" y="1"/>
                  </a:cubicBezTo>
                  <a:cubicBezTo>
                    <a:pt x="99" y="1"/>
                    <a:pt x="98" y="2"/>
                    <a:pt x="98" y="3"/>
                  </a:cubicBezTo>
                  <a:cubicBezTo>
                    <a:pt x="98" y="11"/>
                    <a:pt x="98" y="11"/>
                    <a:pt x="98" y="11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2"/>
                    <a:pt x="65" y="1"/>
                    <a:pt x="64" y="1"/>
                  </a:cubicBezTo>
                  <a:cubicBezTo>
                    <a:pt x="63" y="1"/>
                    <a:pt x="62" y="2"/>
                    <a:pt x="62" y="3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"/>
                    <a:pt x="29" y="0"/>
                    <a:pt x="28" y="0"/>
                  </a:cubicBezTo>
                  <a:cubicBezTo>
                    <a:pt x="27" y="0"/>
                    <a:pt x="26" y="1"/>
                    <a:pt x="26" y="2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14"/>
                    <a:pt x="0" y="17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122" y="128"/>
                    <a:pt x="122" y="128"/>
                    <a:pt x="122" y="128"/>
                  </a:cubicBezTo>
                  <a:cubicBezTo>
                    <a:pt x="125" y="128"/>
                    <a:pt x="128" y="125"/>
                    <a:pt x="128" y="122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8" y="14"/>
                    <a:pt x="125" y="11"/>
                    <a:pt x="122" y="11"/>
                  </a:cubicBezTo>
                  <a:close/>
                  <a:moveTo>
                    <a:pt x="123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123" y="42"/>
                    <a:pt x="123" y="42"/>
                    <a:pt x="123" y="42"/>
                  </a:cubicBezTo>
                  <a:lnTo>
                    <a:pt x="123" y="123"/>
                  </a:lnTo>
                  <a:close/>
                  <a:moveTo>
                    <a:pt x="123" y="37"/>
                  </a:moveTo>
                  <a:cubicBezTo>
                    <a:pt x="5" y="37"/>
                    <a:pt x="5" y="37"/>
                    <a:pt x="5" y="3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5"/>
                    <a:pt x="27" y="26"/>
                    <a:pt x="28" y="26"/>
                  </a:cubicBezTo>
                  <a:cubicBezTo>
                    <a:pt x="29" y="26"/>
                    <a:pt x="30" y="25"/>
                    <a:pt x="30" y="23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62" y="16"/>
                    <a:pt x="62" y="16"/>
                    <a:pt x="62" y="16"/>
                  </a:cubicBezTo>
                  <a:cubicBezTo>
                    <a:pt x="62" y="25"/>
                    <a:pt x="62" y="25"/>
                    <a:pt x="62" y="25"/>
                  </a:cubicBezTo>
                  <a:cubicBezTo>
                    <a:pt x="62" y="26"/>
                    <a:pt x="63" y="27"/>
                    <a:pt x="64" y="27"/>
                  </a:cubicBezTo>
                  <a:cubicBezTo>
                    <a:pt x="65" y="27"/>
                    <a:pt x="66" y="26"/>
                    <a:pt x="66" y="25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98" y="16"/>
                    <a:pt x="98" y="16"/>
                    <a:pt x="98" y="16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8" y="26"/>
                    <a:pt x="99" y="27"/>
                    <a:pt x="100" y="27"/>
                  </a:cubicBezTo>
                  <a:cubicBezTo>
                    <a:pt x="101" y="27"/>
                    <a:pt x="102" y="26"/>
                    <a:pt x="102" y="25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23" y="16"/>
                    <a:pt x="123" y="16"/>
                    <a:pt x="123" y="16"/>
                  </a:cubicBezTo>
                  <a:lnTo>
                    <a:pt x="123" y="3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69" name="Freeform 218">
              <a:extLst>
                <a:ext uri="{FF2B5EF4-FFF2-40B4-BE49-F238E27FC236}">
                  <a16:creationId xmlns:a16="http://schemas.microsoft.com/office/drawing/2014/main" id="{4915E462-9480-4B86-AF95-915FC566A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1925" y="515938"/>
              <a:ext cx="71438" cy="184150"/>
            </a:xfrm>
            <a:custGeom>
              <a:avLst/>
              <a:gdLst>
                <a:gd name="T0" fmla="*/ 2 w 19"/>
                <a:gd name="T1" fmla="*/ 49 h 49"/>
                <a:gd name="T2" fmla="*/ 17 w 19"/>
                <a:gd name="T3" fmla="*/ 49 h 49"/>
                <a:gd name="T4" fmla="*/ 19 w 19"/>
                <a:gd name="T5" fmla="*/ 46 h 49"/>
                <a:gd name="T6" fmla="*/ 17 w 19"/>
                <a:gd name="T7" fmla="*/ 44 h 49"/>
                <a:gd name="T8" fmla="*/ 12 w 19"/>
                <a:gd name="T9" fmla="*/ 44 h 49"/>
                <a:gd name="T10" fmla="*/ 12 w 19"/>
                <a:gd name="T11" fmla="*/ 2 h 49"/>
                <a:gd name="T12" fmla="*/ 9 w 19"/>
                <a:gd name="T13" fmla="*/ 0 h 49"/>
                <a:gd name="T14" fmla="*/ 8 w 19"/>
                <a:gd name="T15" fmla="*/ 0 h 49"/>
                <a:gd name="T16" fmla="*/ 2 w 19"/>
                <a:gd name="T17" fmla="*/ 6 h 49"/>
                <a:gd name="T18" fmla="*/ 2 w 19"/>
                <a:gd name="T19" fmla="*/ 9 h 49"/>
                <a:gd name="T20" fmla="*/ 5 w 19"/>
                <a:gd name="T21" fmla="*/ 9 h 49"/>
                <a:gd name="T22" fmla="*/ 7 w 19"/>
                <a:gd name="T23" fmla="*/ 8 h 49"/>
                <a:gd name="T24" fmla="*/ 7 w 19"/>
                <a:gd name="T25" fmla="*/ 44 h 49"/>
                <a:gd name="T26" fmla="*/ 2 w 19"/>
                <a:gd name="T27" fmla="*/ 44 h 49"/>
                <a:gd name="T28" fmla="*/ 0 w 19"/>
                <a:gd name="T29" fmla="*/ 46 h 49"/>
                <a:gd name="T30" fmla="*/ 2 w 19"/>
                <a:gd name="T3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" h="49">
                  <a:moveTo>
                    <a:pt x="2" y="49"/>
                  </a:moveTo>
                  <a:cubicBezTo>
                    <a:pt x="17" y="49"/>
                    <a:pt x="17" y="49"/>
                    <a:pt x="17" y="49"/>
                  </a:cubicBezTo>
                  <a:cubicBezTo>
                    <a:pt x="18" y="49"/>
                    <a:pt x="19" y="48"/>
                    <a:pt x="19" y="46"/>
                  </a:cubicBezTo>
                  <a:cubicBezTo>
                    <a:pt x="19" y="45"/>
                    <a:pt x="18" y="44"/>
                    <a:pt x="17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8"/>
                    <a:pt x="2" y="9"/>
                  </a:cubicBezTo>
                  <a:cubicBezTo>
                    <a:pt x="3" y="9"/>
                    <a:pt x="4" y="10"/>
                    <a:pt x="5" y="9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1" y="44"/>
                    <a:pt x="0" y="45"/>
                    <a:pt x="0" y="46"/>
                  </a:cubicBezTo>
                  <a:cubicBezTo>
                    <a:pt x="0" y="48"/>
                    <a:pt x="1" y="49"/>
                    <a:pt x="2" y="4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70" name="Freeform 219">
              <a:extLst>
                <a:ext uri="{FF2B5EF4-FFF2-40B4-BE49-F238E27FC236}">
                  <a16:creationId xmlns:a16="http://schemas.microsoft.com/office/drawing/2014/main" id="{FE9934C1-C72B-4EF6-B041-8E3F26477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5750" y="515938"/>
              <a:ext cx="71438" cy="184150"/>
            </a:xfrm>
            <a:custGeom>
              <a:avLst/>
              <a:gdLst>
                <a:gd name="T0" fmla="*/ 2 w 19"/>
                <a:gd name="T1" fmla="*/ 49 h 49"/>
                <a:gd name="T2" fmla="*/ 17 w 19"/>
                <a:gd name="T3" fmla="*/ 49 h 49"/>
                <a:gd name="T4" fmla="*/ 19 w 19"/>
                <a:gd name="T5" fmla="*/ 46 h 49"/>
                <a:gd name="T6" fmla="*/ 17 w 19"/>
                <a:gd name="T7" fmla="*/ 44 h 49"/>
                <a:gd name="T8" fmla="*/ 12 w 19"/>
                <a:gd name="T9" fmla="*/ 44 h 49"/>
                <a:gd name="T10" fmla="*/ 12 w 19"/>
                <a:gd name="T11" fmla="*/ 2 h 49"/>
                <a:gd name="T12" fmla="*/ 10 w 19"/>
                <a:gd name="T13" fmla="*/ 0 h 49"/>
                <a:gd name="T14" fmla="*/ 8 w 19"/>
                <a:gd name="T15" fmla="*/ 0 h 49"/>
                <a:gd name="T16" fmla="*/ 3 w 19"/>
                <a:gd name="T17" fmla="*/ 6 h 49"/>
                <a:gd name="T18" fmla="*/ 3 w 19"/>
                <a:gd name="T19" fmla="*/ 9 h 49"/>
                <a:gd name="T20" fmla="*/ 5 w 19"/>
                <a:gd name="T21" fmla="*/ 9 h 49"/>
                <a:gd name="T22" fmla="*/ 7 w 19"/>
                <a:gd name="T23" fmla="*/ 8 h 49"/>
                <a:gd name="T24" fmla="*/ 7 w 19"/>
                <a:gd name="T25" fmla="*/ 44 h 49"/>
                <a:gd name="T26" fmla="*/ 2 w 19"/>
                <a:gd name="T27" fmla="*/ 44 h 49"/>
                <a:gd name="T28" fmla="*/ 0 w 19"/>
                <a:gd name="T29" fmla="*/ 46 h 49"/>
                <a:gd name="T30" fmla="*/ 2 w 19"/>
                <a:gd name="T3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" h="49">
                  <a:moveTo>
                    <a:pt x="2" y="49"/>
                  </a:moveTo>
                  <a:cubicBezTo>
                    <a:pt x="17" y="49"/>
                    <a:pt x="17" y="49"/>
                    <a:pt x="17" y="49"/>
                  </a:cubicBezTo>
                  <a:cubicBezTo>
                    <a:pt x="18" y="49"/>
                    <a:pt x="19" y="48"/>
                    <a:pt x="19" y="46"/>
                  </a:cubicBezTo>
                  <a:cubicBezTo>
                    <a:pt x="19" y="45"/>
                    <a:pt x="18" y="44"/>
                    <a:pt x="17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1" y="0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2" y="8"/>
                    <a:pt x="3" y="9"/>
                  </a:cubicBezTo>
                  <a:cubicBezTo>
                    <a:pt x="3" y="9"/>
                    <a:pt x="5" y="10"/>
                    <a:pt x="5" y="9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1" y="44"/>
                    <a:pt x="0" y="45"/>
                    <a:pt x="0" y="46"/>
                  </a:cubicBezTo>
                  <a:cubicBezTo>
                    <a:pt x="0" y="48"/>
                    <a:pt x="1" y="49"/>
                    <a:pt x="2" y="4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sp>
        <p:nvSpPr>
          <p:cNvPr id="71" name="ïṡ1íḓê">
            <a:extLst>
              <a:ext uri="{FF2B5EF4-FFF2-40B4-BE49-F238E27FC236}">
                <a16:creationId xmlns:a16="http://schemas.microsoft.com/office/drawing/2014/main" id="{2F75C4CE-063F-4C2B-B081-47404C27AD99}"/>
              </a:ext>
            </a:extLst>
          </p:cNvPr>
          <p:cNvSpPr/>
          <p:nvPr userDrawn="1"/>
        </p:nvSpPr>
        <p:spPr>
          <a:xfrm rot="2700000">
            <a:off x="9088105" y="1045176"/>
            <a:ext cx="603399" cy="575564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A13F0B"/>
            </a:solidFill>
            <a:prstDash val="solid"/>
            <a:miter lim="800000"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31D94DE7-50C7-437D-8476-2E65A453508A}"/>
              </a:ext>
            </a:extLst>
          </p:cNvPr>
          <p:cNvGrpSpPr/>
          <p:nvPr userDrawn="1"/>
        </p:nvGrpSpPr>
        <p:grpSpPr>
          <a:xfrm>
            <a:off x="9173946" y="1111319"/>
            <a:ext cx="412034" cy="428177"/>
            <a:chOff x="2489201" y="5118109"/>
            <a:chExt cx="481013" cy="479426"/>
          </a:xfrm>
          <a:solidFill>
            <a:srgbClr val="8E0309"/>
          </a:solidFill>
        </p:grpSpPr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103C00C3-3D67-4520-A355-9CE3F13BCB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9201" y="5118109"/>
              <a:ext cx="481013" cy="479426"/>
            </a:xfrm>
            <a:custGeom>
              <a:avLst/>
              <a:gdLst>
                <a:gd name="T0" fmla="*/ 122 w 128"/>
                <a:gd name="T1" fmla="*/ 0 h 128"/>
                <a:gd name="T2" fmla="*/ 6 w 128"/>
                <a:gd name="T3" fmla="*/ 0 h 128"/>
                <a:gd name="T4" fmla="*/ 0 w 128"/>
                <a:gd name="T5" fmla="*/ 6 h 128"/>
                <a:gd name="T6" fmla="*/ 0 w 128"/>
                <a:gd name="T7" fmla="*/ 122 h 128"/>
                <a:gd name="T8" fmla="*/ 6 w 128"/>
                <a:gd name="T9" fmla="*/ 128 h 128"/>
                <a:gd name="T10" fmla="*/ 122 w 128"/>
                <a:gd name="T11" fmla="*/ 128 h 128"/>
                <a:gd name="T12" fmla="*/ 128 w 128"/>
                <a:gd name="T13" fmla="*/ 122 h 128"/>
                <a:gd name="T14" fmla="*/ 128 w 128"/>
                <a:gd name="T15" fmla="*/ 6 h 128"/>
                <a:gd name="T16" fmla="*/ 122 w 128"/>
                <a:gd name="T17" fmla="*/ 0 h 128"/>
                <a:gd name="T18" fmla="*/ 123 w 128"/>
                <a:gd name="T19" fmla="*/ 123 h 128"/>
                <a:gd name="T20" fmla="*/ 5 w 128"/>
                <a:gd name="T21" fmla="*/ 123 h 128"/>
                <a:gd name="T22" fmla="*/ 5 w 128"/>
                <a:gd name="T23" fmla="*/ 4 h 128"/>
                <a:gd name="T24" fmla="*/ 123 w 128"/>
                <a:gd name="T25" fmla="*/ 4 h 128"/>
                <a:gd name="T26" fmla="*/ 123 w 128"/>
                <a:gd name="T27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128">
                  <a:moveTo>
                    <a:pt x="122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5"/>
                    <a:pt x="3" y="128"/>
                    <a:pt x="6" y="128"/>
                  </a:cubicBezTo>
                  <a:cubicBezTo>
                    <a:pt x="122" y="128"/>
                    <a:pt x="122" y="128"/>
                    <a:pt x="122" y="128"/>
                  </a:cubicBezTo>
                  <a:cubicBezTo>
                    <a:pt x="125" y="128"/>
                    <a:pt x="128" y="125"/>
                    <a:pt x="128" y="122"/>
                  </a:cubicBezTo>
                  <a:cubicBezTo>
                    <a:pt x="128" y="6"/>
                    <a:pt x="128" y="6"/>
                    <a:pt x="128" y="6"/>
                  </a:cubicBezTo>
                  <a:cubicBezTo>
                    <a:pt x="128" y="2"/>
                    <a:pt x="125" y="0"/>
                    <a:pt x="122" y="0"/>
                  </a:cubicBezTo>
                  <a:close/>
                  <a:moveTo>
                    <a:pt x="123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3" y="4"/>
                    <a:pt x="123" y="4"/>
                    <a:pt x="123" y="4"/>
                  </a:cubicBezTo>
                  <a:lnTo>
                    <a:pt x="123" y="123"/>
                  </a:lnTo>
                  <a:close/>
                </a:path>
              </a:pathLst>
            </a:custGeom>
            <a:grpFill/>
            <a:ln w="9525">
              <a:solidFill>
                <a:srgbClr val="A13F0B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09C37E6A-D5CB-49F0-91C1-A3A7475371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8576" y="5181609"/>
              <a:ext cx="322263" cy="101600"/>
            </a:xfrm>
            <a:custGeom>
              <a:avLst/>
              <a:gdLst>
                <a:gd name="T0" fmla="*/ 2 w 86"/>
                <a:gd name="T1" fmla="*/ 16 h 27"/>
                <a:gd name="T2" fmla="*/ 8 w 86"/>
                <a:gd name="T3" fmla="*/ 16 h 27"/>
                <a:gd name="T4" fmla="*/ 8 w 86"/>
                <a:gd name="T5" fmla="*/ 17 h 27"/>
                <a:gd name="T6" fmla="*/ 21 w 86"/>
                <a:gd name="T7" fmla="*/ 27 h 27"/>
                <a:gd name="T8" fmla="*/ 34 w 86"/>
                <a:gd name="T9" fmla="*/ 17 h 27"/>
                <a:gd name="T10" fmla="*/ 34 w 86"/>
                <a:gd name="T11" fmla="*/ 16 h 27"/>
                <a:gd name="T12" fmla="*/ 84 w 86"/>
                <a:gd name="T13" fmla="*/ 16 h 27"/>
                <a:gd name="T14" fmla="*/ 86 w 86"/>
                <a:gd name="T15" fmla="*/ 13 h 27"/>
                <a:gd name="T16" fmla="*/ 84 w 86"/>
                <a:gd name="T17" fmla="*/ 11 h 27"/>
                <a:gd name="T18" fmla="*/ 34 w 86"/>
                <a:gd name="T19" fmla="*/ 11 h 27"/>
                <a:gd name="T20" fmla="*/ 34 w 86"/>
                <a:gd name="T21" fmla="*/ 10 h 27"/>
                <a:gd name="T22" fmla="*/ 21 w 86"/>
                <a:gd name="T23" fmla="*/ 0 h 27"/>
                <a:gd name="T24" fmla="*/ 8 w 86"/>
                <a:gd name="T25" fmla="*/ 10 h 27"/>
                <a:gd name="T26" fmla="*/ 8 w 86"/>
                <a:gd name="T27" fmla="*/ 11 h 27"/>
                <a:gd name="T28" fmla="*/ 2 w 86"/>
                <a:gd name="T29" fmla="*/ 11 h 27"/>
                <a:gd name="T30" fmla="*/ 0 w 86"/>
                <a:gd name="T31" fmla="*/ 13 h 27"/>
                <a:gd name="T32" fmla="*/ 2 w 86"/>
                <a:gd name="T33" fmla="*/ 16 h 27"/>
                <a:gd name="T34" fmla="*/ 21 w 86"/>
                <a:gd name="T35" fmla="*/ 4 h 27"/>
                <a:gd name="T36" fmla="*/ 30 w 86"/>
                <a:gd name="T37" fmla="*/ 13 h 27"/>
                <a:gd name="T38" fmla="*/ 21 w 86"/>
                <a:gd name="T39" fmla="*/ 22 h 27"/>
                <a:gd name="T40" fmla="*/ 12 w 86"/>
                <a:gd name="T41" fmla="*/ 13 h 27"/>
                <a:gd name="T42" fmla="*/ 21 w 86"/>
                <a:gd name="T43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" h="27">
                  <a:moveTo>
                    <a:pt x="2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22"/>
                    <a:pt x="15" y="27"/>
                    <a:pt x="21" y="27"/>
                  </a:cubicBezTo>
                  <a:cubicBezTo>
                    <a:pt x="27" y="27"/>
                    <a:pt x="32" y="22"/>
                    <a:pt x="34" y="17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5" y="16"/>
                    <a:pt x="86" y="14"/>
                    <a:pt x="86" y="13"/>
                  </a:cubicBezTo>
                  <a:cubicBezTo>
                    <a:pt x="86" y="12"/>
                    <a:pt x="85" y="11"/>
                    <a:pt x="84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2" y="4"/>
                    <a:pt x="27" y="0"/>
                    <a:pt x="21" y="0"/>
                  </a:cubicBezTo>
                  <a:cubicBezTo>
                    <a:pt x="15" y="0"/>
                    <a:pt x="9" y="4"/>
                    <a:pt x="8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14"/>
                    <a:pt x="1" y="16"/>
                    <a:pt x="2" y="16"/>
                  </a:cubicBezTo>
                  <a:close/>
                  <a:moveTo>
                    <a:pt x="21" y="4"/>
                  </a:moveTo>
                  <a:cubicBezTo>
                    <a:pt x="26" y="4"/>
                    <a:pt x="30" y="8"/>
                    <a:pt x="30" y="13"/>
                  </a:cubicBezTo>
                  <a:cubicBezTo>
                    <a:pt x="30" y="18"/>
                    <a:pt x="26" y="22"/>
                    <a:pt x="21" y="22"/>
                  </a:cubicBezTo>
                  <a:cubicBezTo>
                    <a:pt x="16" y="22"/>
                    <a:pt x="12" y="18"/>
                    <a:pt x="12" y="13"/>
                  </a:cubicBezTo>
                  <a:cubicBezTo>
                    <a:pt x="12" y="8"/>
                    <a:pt x="16" y="4"/>
                    <a:pt x="21" y="4"/>
                  </a:cubicBezTo>
                  <a:close/>
                </a:path>
              </a:pathLst>
            </a:custGeom>
            <a:grpFill/>
            <a:ln w="9525">
              <a:solidFill>
                <a:srgbClr val="A13F0B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44D9DE82-6299-4F21-880A-354A61A44F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8576" y="5432435"/>
              <a:ext cx="322263" cy="98425"/>
            </a:xfrm>
            <a:custGeom>
              <a:avLst/>
              <a:gdLst>
                <a:gd name="T0" fmla="*/ 2 w 86"/>
                <a:gd name="T1" fmla="*/ 15 h 26"/>
                <a:gd name="T2" fmla="*/ 52 w 86"/>
                <a:gd name="T3" fmla="*/ 15 h 26"/>
                <a:gd name="T4" fmla="*/ 52 w 86"/>
                <a:gd name="T5" fmla="*/ 16 h 26"/>
                <a:gd name="T6" fmla="*/ 65 w 86"/>
                <a:gd name="T7" fmla="*/ 26 h 26"/>
                <a:gd name="T8" fmla="*/ 78 w 86"/>
                <a:gd name="T9" fmla="*/ 16 h 26"/>
                <a:gd name="T10" fmla="*/ 78 w 86"/>
                <a:gd name="T11" fmla="*/ 15 h 26"/>
                <a:gd name="T12" fmla="*/ 84 w 86"/>
                <a:gd name="T13" fmla="*/ 15 h 26"/>
                <a:gd name="T14" fmla="*/ 86 w 86"/>
                <a:gd name="T15" fmla="*/ 13 h 26"/>
                <a:gd name="T16" fmla="*/ 84 w 86"/>
                <a:gd name="T17" fmla="*/ 11 h 26"/>
                <a:gd name="T18" fmla="*/ 78 w 86"/>
                <a:gd name="T19" fmla="*/ 11 h 26"/>
                <a:gd name="T20" fmla="*/ 78 w 86"/>
                <a:gd name="T21" fmla="*/ 10 h 26"/>
                <a:gd name="T22" fmla="*/ 65 w 86"/>
                <a:gd name="T23" fmla="*/ 0 h 26"/>
                <a:gd name="T24" fmla="*/ 52 w 86"/>
                <a:gd name="T25" fmla="*/ 10 h 26"/>
                <a:gd name="T26" fmla="*/ 52 w 86"/>
                <a:gd name="T27" fmla="*/ 11 h 26"/>
                <a:gd name="T28" fmla="*/ 2 w 86"/>
                <a:gd name="T29" fmla="*/ 11 h 26"/>
                <a:gd name="T30" fmla="*/ 0 w 86"/>
                <a:gd name="T31" fmla="*/ 13 h 26"/>
                <a:gd name="T32" fmla="*/ 2 w 86"/>
                <a:gd name="T33" fmla="*/ 15 h 26"/>
                <a:gd name="T34" fmla="*/ 65 w 86"/>
                <a:gd name="T35" fmla="*/ 4 h 26"/>
                <a:gd name="T36" fmla="*/ 74 w 86"/>
                <a:gd name="T37" fmla="*/ 13 h 26"/>
                <a:gd name="T38" fmla="*/ 65 w 86"/>
                <a:gd name="T39" fmla="*/ 22 h 26"/>
                <a:gd name="T40" fmla="*/ 56 w 86"/>
                <a:gd name="T41" fmla="*/ 13 h 26"/>
                <a:gd name="T42" fmla="*/ 65 w 86"/>
                <a:gd name="T43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" h="26">
                  <a:moveTo>
                    <a:pt x="2" y="15"/>
                  </a:moveTo>
                  <a:cubicBezTo>
                    <a:pt x="52" y="15"/>
                    <a:pt x="52" y="15"/>
                    <a:pt x="52" y="15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4" y="22"/>
                    <a:pt x="59" y="26"/>
                    <a:pt x="65" y="26"/>
                  </a:cubicBezTo>
                  <a:cubicBezTo>
                    <a:pt x="71" y="26"/>
                    <a:pt x="77" y="22"/>
                    <a:pt x="78" y="16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5" y="15"/>
                    <a:pt x="86" y="14"/>
                    <a:pt x="86" y="13"/>
                  </a:cubicBezTo>
                  <a:cubicBezTo>
                    <a:pt x="86" y="12"/>
                    <a:pt x="85" y="11"/>
                    <a:pt x="84" y="11"/>
                  </a:cubicBez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8" y="10"/>
                    <a:pt x="78" y="10"/>
                  </a:cubicBezTo>
                  <a:cubicBezTo>
                    <a:pt x="77" y="4"/>
                    <a:pt x="71" y="0"/>
                    <a:pt x="65" y="0"/>
                  </a:cubicBezTo>
                  <a:cubicBezTo>
                    <a:pt x="59" y="0"/>
                    <a:pt x="54" y="4"/>
                    <a:pt x="52" y="10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2"/>
                    <a:pt x="0" y="13"/>
                  </a:cubicBezTo>
                  <a:cubicBezTo>
                    <a:pt x="0" y="14"/>
                    <a:pt x="1" y="15"/>
                    <a:pt x="2" y="15"/>
                  </a:cubicBezTo>
                  <a:close/>
                  <a:moveTo>
                    <a:pt x="65" y="4"/>
                  </a:moveTo>
                  <a:cubicBezTo>
                    <a:pt x="70" y="4"/>
                    <a:pt x="74" y="8"/>
                    <a:pt x="74" y="13"/>
                  </a:cubicBezTo>
                  <a:cubicBezTo>
                    <a:pt x="74" y="18"/>
                    <a:pt x="70" y="22"/>
                    <a:pt x="65" y="22"/>
                  </a:cubicBezTo>
                  <a:cubicBezTo>
                    <a:pt x="60" y="22"/>
                    <a:pt x="56" y="18"/>
                    <a:pt x="56" y="13"/>
                  </a:cubicBezTo>
                  <a:cubicBezTo>
                    <a:pt x="56" y="8"/>
                    <a:pt x="60" y="4"/>
                    <a:pt x="65" y="4"/>
                  </a:cubicBezTo>
                  <a:close/>
                </a:path>
              </a:pathLst>
            </a:custGeom>
            <a:grpFill/>
            <a:ln w="9525">
              <a:solidFill>
                <a:srgbClr val="A13F0B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76" name="Freeform 41">
              <a:extLst>
                <a:ext uri="{FF2B5EF4-FFF2-40B4-BE49-F238E27FC236}">
                  <a16:creationId xmlns:a16="http://schemas.microsoft.com/office/drawing/2014/main" id="{0D5F3CE0-ACB3-413C-879F-C8D106CA9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8576" y="5305435"/>
              <a:ext cx="322263" cy="101600"/>
            </a:xfrm>
            <a:custGeom>
              <a:avLst/>
              <a:gdLst>
                <a:gd name="T0" fmla="*/ 2 w 86"/>
                <a:gd name="T1" fmla="*/ 16 h 27"/>
                <a:gd name="T2" fmla="*/ 30 w 86"/>
                <a:gd name="T3" fmla="*/ 16 h 27"/>
                <a:gd name="T4" fmla="*/ 30 w 86"/>
                <a:gd name="T5" fmla="*/ 17 h 27"/>
                <a:gd name="T6" fmla="*/ 43 w 86"/>
                <a:gd name="T7" fmla="*/ 27 h 27"/>
                <a:gd name="T8" fmla="*/ 56 w 86"/>
                <a:gd name="T9" fmla="*/ 17 h 27"/>
                <a:gd name="T10" fmla="*/ 56 w 86"/>
                <a:gd name="T11" fmla="*/ 16 h 27"/>
                <a:gd name="T12" fmla="*/ 84 w 86"/>
                <a:gd name="T13" fmla="*/ 16 h 27"/>
                <a:gd name="T14" fmla="*/ 86 w 86"/>
                <a:gd name="T15" fmla="*/ 14 h 27"/>
                <a:gd name="T16" fmla="*/ 84 w 86"/>
                <a:gd name="T17" fmla="*/ 11 h 27"/>
                <a:gd name="T18" fmla="*/ 56 w 86"/>
                <a:gd name="T19" fmla="*/ 11 h 27"/>
                <a:gd name="T20" fmla="*/ 56 w 86"/>
                <a:gd name="T21" fmla="*/ 10 h 27"/>
                <a:gd name="T22" fmla="*/ 43 w 86"/>
                <a:gd name="T23" fmla="*/ 0 h 27"/>
                <a:gd name="T24" fmla="*/ 30 w 86"/>
                <a:gd name="T25" fmla="*/ 10 h 27"/>
                <a:gd name="T26" fmla="*/ 30 w 86"/>
                <a:gd name="T27" fmla="*/ 11 h 27"/>
                <a:gd name="T28" fmla="*/ 2 w 86"/>
                <a:gd name="T29" fmla="*/ 11 h 27"/>
                <a:gd name="T30" fmla="*/ 0 w 86"/>
                <a:gd name="T31" fmla="*/ 14 h 27"/>
                <a:gd name="T32" fmla="*/ 2 w 86"/>
                <a:gd name="T33" fmla="*/ 16 h 27"/>
                <a:gd name="T34" fmla="*/ 43 w 86"/>
                <a:gd name="T35" fmla="*/ 5 h 27"/>
                <a:gd name="T36" fmla="*/ 52 w 86"/>
                <a:gd name="T37" fmla="*/ 14 h 27"/>
                <a:gd name="T38" fmla="*/ 43 w 86"/>
                <a:gd name="T39" fmla="*/ 22 h 27"/>
                <a:gd name="T40" fmla="*/ 34 w 86"/>
                <a:gd name="T41" fmla="*/ 14 h 27"/>
                <a:gd name="T42" fmla="*/ 43 w 86"/>
                <a:gd name="T43" fmla="*/ 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" h="27">
                  <a:moveTo>
                    <a:pt x="2" y="16"/>
                  </a:moveTo>
                  <a:cubicBezTo>
                    <a:pt x="30" y="16"/>
                    <a:pt x="30" y="16"/>
                    <a:pt x="30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2" y="23"/>
                    <a:pt x="37" y="27"/>
                    <a:pt x="43" y="27"/>
                  </a:cubicBezTo>
                  <a:cubicBezTo>
                    <a:pt x="49" y="27"/>
                    <a:pt x="54" y="23"/>
                    <a:pt x="56" y="17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5" y="16"/>
                    <a:pt x="86" y="15"/>
                    <a:pt x="86" y="14"/>
                  </a:cubicBezTo>
                  <a:cubicBezTo>
                    <a:pt x="86" y="12"/>
                    <a:pt x="85" y="11"/>
                    <a:pt x="84" y="11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4" y="4"/>
                    <a:pt x="49" y="0"/>
                    <a:pt x="43" y="0"/>
                  </a:cubicBezTo>
                  <a:cubicBezTo>
                    <a:pt x="37" y="0"/>
                    <a:pt x="32" y="4"/>
                    <a:pt x="30" y="10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lose/>
                  <a:moveTo>
                    <a:pt x="43" y="5"/>
                  </a:moveTo>
                  <a:cubicBezTo>
                    <a:pt x="48" y="5"/>
                    <a:pt x="52" y="9"/>
                    <a:pt x="52" y="14"/>
                  </a:cubicBezTo>
                  <a:cubicBezTo>
                    <a:pt x="52" y="18"/>
                    <a:pt x="48" y="22"/>
                    <a:pt x="43" y="22"/>
                  </a:cubicBezTo>
                  <a:cubicBezTo>
                    <a:pt x="38" y="22"/>
                    <a:pt x="34" y="18"/>
                    <a:pt x="34" y="14"/>
                  </a:cubicBezTo>
                  <a:cubicBezTo>
                    <a:pt x="34" y="9"/>
                    <a:pt x="38" y="5"/>
                    <a:pt x="43" y="5"/>
                  </a:cubicBezTo>
                  <a:close/>
                </a:path>
              </a:pathLst>
            </a:custGeom>
            <a:grpFill/>
            <a:ln w="9525">
              <a:solidFill>
                <a:srgbClr val="A13F0B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6782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LeftText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fld id="{4CE2CC6A-3CD6-4EB2-A6B9-76993E7CF1F2}" type="slidenum">
              <a:rPr kumimoji="0" lang="zh-CN" altLang="en-US" b="0" i="0" u="none" strike="noStrike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622674" y="39474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14" name="组合 1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2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2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9" name="图片占位符 38"/>
          <p:cNvSpPr>
            <a:spLocks noGrp="1"/>
          </p:cNvSpPr>
          <p:nvPr>
            <p:ph type="pic" sz="quarter" idx="13"/>
          </p:nvPr>
        </p:nvSpPr>
        <p:spPr>
          <a:xfrm>
            <a:off x="1022445" y="1158079"/>
            <a:ext cx="3994398" cy="480347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0" name="内容占位符 2"/>
          <p:cNvSpPr>
            <a:spLocks noGrp="1"/>
          </p:cNvSpPr>
          <p:nvPr>
            <p:ph idx="1"/>
          </p:nvPr>
        </p:nvSpPr>
        <p:spPr>
          <a:xfrm>
            <a:off x="6096000" y="1268525"/>
            <a:ext cx="4545307" cy="4582328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0338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任意多边形: 形状 56">
            <a:extLst>
              <a:ext uri="{FF2B5EF4-FFF2-40B4-BE49-F238E27FC236}">
                <a16:creationId xmlns:a16="http://schemas.microsoft.com/office/drawing/2014/main" id="{77A3E9FF-E8D6-4864-AD9A-BC3E704158E7}"/>
              </a:ext>
            </a:extLst>
          </p:cNvPr>
          <p:cNvSpPr/>
          <p:nvPr userDrawn="1"/>
        </p:nvSpPr>
        <p:spPr>
          <a:xfrm>
            <a:off x="-9524" y="122428"/>
            <a:ext cx="559928" cy="699303"/>
          </a:xfrm>
          <a:custGeom>
            <a:avLst/>
            <a:gdLst>
              <a:gd name="connsiteX0" fmla="*/ 0 w 436410"/>
              <a:gd name="connsiteY0" fmla="*/ 0 h 895350"/>
              <a:gd name="connsiteX1" fmla="*/ 436410 w 436410"/>
              <a:gd name="connsiteY1" fmla="*/ 0 h 895350"/>
              <a:gd name="connsiteX2" fmla="*/ 250915 w 436410"/>
              <a:gd name="connsiteY2" fmla="*/ 895350 h 895350"/>
              <a:gd name="connsiteX3" fmla="*/ 0 w 436410"/>
              <a:gd name="connsiteY3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410" h="895350">
                <a:moveTo>
                  <a:pt x="0" y="0"/>
                </a:moveTo>
                <a:lnTo>
                  <a:pt x="436410" y="0"/>
                </a:lnTo>
                <a:lnTo>
                  <a:pt x="250915" y="895350"/>
                </a:lnTo>
                <a:lnTo>
                  <a:pt x="0" y="895350"/>
                </a:lnTo>
                <a:close/>
              </a:path>
            </a:pathLst>
          </a:cu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" name="任意多边形: 形状 57">
            <a:extLst>
              <a:ext uri="{FF2B5EF4-FFF2-40B4-BE49-F238E27FC236}">
                <a16:creationId xmlns:a16="http://schemas.microsoft.com/office/drawing/2014/main" id="{0B39D90D-B980-4ADB-95FB-F043B008E76D}"/>
              </a:ext>
            </a:extLst>
          </p:cNvPr>
          <p:cNvSpPr/>
          <p:nvPr userDrawn="1"/>
        </p:nvSpPr>
        <p:spPr>
          <a:xfrm>
            <a:off x="417309" y="379233"/>
            <a:ext cx="96622" cy="221903"/>
          </a:xfrm>
          <a:custGeom>
            <a:avLst/>
            <a:gdLst>
              <a:gd name="connsiteX0" fmla="*/ 144879 w 185359"/>
              <a:gd name="connsiteY0" fmla="*/ 0 h 699303"/>
              <a:gd name="connsiteX1" fmla="*/ 185359 w 185359"/>
              <a:gd name="connsiteY1" fmla="*/ 0 h 699303"/>
              <a:gd name="connsiteX2" fmla="*/ 40480 w 185359"/>
              <a:gd name="connsiteY2" fmla="*/ 699303 h 699303"/>
              <a:gd name="connsiteX3" fmla="*/ 0 w 185359"/>
              <a:gd name="connsiteY3" fmla="*/ 699303 h 699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59" h="699303">
                <a:moveTo>
                  <a:pt x="144879" y="0"/>
                </a:moveTo>
                <a:lnTo>
                  <a:pt x="185359" y="0"/>
                </a:lnTo>
                <a:lnTo>
                  <a:pt x="40480" y="699303"/>
                </a:lnTo>
                <a:lnTo>
                  <a:pt x="0" y="699303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11" name="组合 10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3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0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2" name="组合 11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4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7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5" name="文本框 34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标题 1"/>
          <p:cNvSpPr>
            <a:spLocks noGrp="1"/>
          </p:cNvSpPr>
          <p:nvPr>
            <p:ph type="title"/>
          </p:nvPr>
        </p:nvSpPr>
        <p:spPr>
          <a:xfrm>
            <a:off x="587288" y="77856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6" name="内容占位符 35"/>
          <p:cNvSpPr>
            <a:spLocks noGrp="1"/>
          </p:cNvSpPr>
          <p:nvPr>
            <p:ph sz="quarter" idx="13"/>
          </p:nvPr>
        </p:nvSpPr>
        <p:spPr>
          <a:xfrm>
            <a:off x="1687513" y="1622425"/>
            <a:ext cx="9145244" cy="4168775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29645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任意多边形: 形状 56">
            <a:extLst>
              <a:ext uri="{FF2B5EF4-FFF2-40B4-BE49-F238E27FC236}">
                <a16:creationId xmlns:a16="http://schemas.microsoft.com/office/drawing/2014/main" id="{77A3E9FF-E8D6-4864-AD9A-BC3E704158E7}"/>
              </a:ext>
            </a:extLst>
          </p:cNvPr>
          <p:cNvSpPr/>
          <p:nvPr userDrawn="1"/>
        </p:nvSpPr>
        <p:spPr>
          <a:xfrm>
            <a:off x="0" y="140532"/>
            <a:ext cx="559928" cy="699303"/>
          </a:xfrm>
          <a:custGeom>
            <a:avLst/>
            <a:gdLst>
              <a:gd name="connsiteX0" fmla="*/ 0 w 436410"/>
              <a:gd name="connsiteY0" fmla="*/ 0 h 895350"/>
              <a:gd name="connsiteX1" fmla="*/ 436410 w 436410"/>
              <a:gd name="connsiteY1" fmla="*/ 0 h 895350"/>
              <a:gd name="connsiteX2" fmla="*/ 250915 w 436410"/>
              <a:gd name="connsiteY2" fmla="*/ 895350 h 895350"/>
              <a:gd name="connsiteX3" fmla="*/ 0 w 436410"/>
              <a:gd name="connsiteY3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410" h="895350">
                <a:moveTo>
                  <a:pt x="0" y="0"/>
                </a:moveTo>
                <a:lnTo>
                  <a:pt x="436410" y="0"/>
                </a:lnTo>
                <a:lnTo>
                  <a:pt x="250915" y="895350"/>
                </a:lnTo>
                <a:lnTo>
                  <a:pt x="0" y="895350"/>
                </a:lnTo>
                <a:close/>
              </a:path>
            </a:pathLst>
          </a:cu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" name="任意多边形: 形状 57">
            <a:extLst>
              <a:ext uri="{FF2B5EF4-FFF2-40B4-BE49-F238E27FC236}">
                <a16:creationId xmlns:a16="http://schemas.microsoft.com/office/drawing/2014/main" id="{0B39D90D-B980-4ADB-95FB-F043B008E76D}"/>
              </a:ext>
            </a:extLst>
          </p:cNvPr>
          <p:cNvSpPr/>
          <p:nvPr userDrawn="1"/>
        </p:nvSpPr>
        <p:spPr>
          <a:xfrm>
            <a:off x="417309" y="379233"/>
            <a:ext cx="96622" cy="221903"/>
          </a:xfrm>
          <a:custGeom>
            <a:avLst/>
            <a:gdLst>
              <a:gd name="connsiteX0" fmla="*/ 144879 w 185359"/>
              <a:gd name="connsiteY0" fmla="*/ 0 h 699303"/>
              <a:gd name="connsiteX1" fmla="*/ 185359 w 185359"/>
              <a:gd name="connsiteY1" fmla="*/ 0 h 699303"/>
              <a:gd name="connsiteX2" fmla="*/ 40480 w 185359"/>
              <a:gd name="connsiteY2" fmla="*/ 699303 h 699303"/>
              <a:gd name="connsiteX3" fmla="*/ 0 w 185359"/>
              <a:gd name="connsiteY3" fmla="*/ 699303 h 699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59" h="699303">
                <a:moveTo>
                  <a:pt x="144879" y="0"/>
                </a:moveTo>
                <a:lnTo>
                  <a:pt x="185359" y="0"/>
                </a:lnTo>
                <a:lnTo>
                  <a:pt x="40480" y="699303"/>
                </a:lnTo>
                <a:lnTo>
                  <a:pt x="0" y="699303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11" name="组合 10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3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0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2" name="组合 11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4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7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5" name="文本框 34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内容占位符 2"/>
          <p:cNvSpPr>
            <a:spLocks noGrp="1"/>
          </p:cNvSpPr>
          <p:nvPr>
            <p:ph idx="1"/>
          </p:nvPr>
        </p:nvSpPr>
        <p:spPr>
          <a:xfrm>
            <a:off x="3330146" y="981220"/>
            <a:ext cx="8023654" cy="5323863"/>
          </a:xfrm>
        </p:spPr>
        <p:txBody>
          <a:bodyPr>
            <a:normAutofit/>
          </a:bodyPr>
          <a:lstStyle>
            <a:lvl1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7" name="标题 1"/>
          <p:cNvSpPr>
            <a:spLocks noGrp="1"/>
          </p:cNvSpPr>
          <p:nvPr>
            <p:ph type="title"/>
          </p:nvPr>
        </p:nvSpPr>
        <p:spPr>
          <a:xfrm>
            <a:off x="587288" y="77856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42325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任意多边形: 形状 56">
            <a:extLst>
              <a:ext uri="{FF2B5EF4-FFF2-40B4-BE49-F238E27FC236}">
                <a16:creationId xmlns:a16="http://schemas.microsoft.com/office/drawing/2014/main" id="{77A3E9FF-E8D6-4864-AD9A-BC3E704158E7}"/>
              </a:ext>
            </a:extLst>
          </p:cNvPr>
          <p:cNvSpPr/>
          <p:nvPr userDrawn="1"/>
        </p:nvSpPr>
        <p:spPr>
          <a:xfrm>
            <a:off x="0" y="140532"/>
            <a:ext cx="559928" cy="699303"/>
          </a:xfrm>
          <a:custGeom>
            <a:avLst/>
            <a:gdLst>
              <a:gd name="connsiteX0" fmla="*/ 0 w 436410"/>
              <a:gd name="connsiteY0" fmla="*/ 0 h 895350"/>
              <a:gd name="connsiteX1" fmla="*/ 436410 w 436410"/>
              <a:gd name="connsiteY1" fmla="*/ 0 h 895350"/>
              <a:gd name="connsiteX2" fmla="*/ 250915 w 436410"/>
              <a:gd name="connsiteY2" fmla="*/ 895350 h 895350"/>
              <a:gd name="connsiteX3" fmla="*/ 0 w 436410"/>
              <a:gd name="connsiteY3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410" h="895350">
                <a:moveTo>
                  <a:pt x="0" y="0"/>
                </a:moveTo>
                <a:lnTo>
                  <a:pt x="436410" y="0"/>
                </a:lnTo>
                <a:lnTo>
                  <a:pt x="250915" y="895350"/>
                </a:lnTo>
                <a:lnTo>
                  <a:pt x="0" y="895350"/>
                </a:lnTo>
                <a:close/>
              </a:path>
            </a:pathLst>
          </a:cu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7" name="任意多边形: 形状 57">
            <a:extLst>
              <a:ext uri="{FF2B5EF4-FFF2-40B4-BE49-F238E27FC236}">
                <a16:creationId xmlns:a16="http://schemas.microsoft.com/office/drawing/2014/main" id="{0B39D90D-B980-4ADB-95FB-F043B008E76D}"/>
              </a:ext>
            </a:extLst>
          </p:cNvPr>
          <p:cNvSpPr/>
          <p:nvPr userDrawn="1"/>
        </p:nvSpPr>
        <p:spPr>
          <a:xfrm>
            <a:off x="417309" y="379233"/>
            <a:ext cx="96622" cy="221903"/>
          </a:xfrm>
          <a:custGeom>
            <a:avLst/>
            <a:gdLst>
              <a:gd name="connsiteX0" fmla="*/ 144879 w 185359"/>
              <a:gd name="connsiteY0" fmla="*/ 0 h 699303"/>
              <a:gd name="connsiteX1" fmla="*/ 185359 w 185359"/>
              <a:gd name="connsiteY1" fmla="*/ 0 h 699303"/>
              <a:gd name="connsiteX2" fmla="*/ 40480 w 185359"/>
              <a:gd name="connsiteY2" fmla="*/ 699303 h 699303"/>
              <a:gd name="connsiteX3" fmla="*/ 0 w 185359"/>
              <a:gd name="connsiteY3" fmla="*/ 699303 h 699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59" h="699303">
                <a:moveTo>
                  <a:pt x="144879" y="0"/>
                </a:moveTo>
                <a:lnTo>
                  <a:pt x="185359" y="0"/>
                </a:lnTo>
                <a:lnTo>
                  <a:pt x="40480" y="699303"/>
                </a:lnTo>
                <a:lnTo>
                  <a:pt x="0" y="699303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11" name="组合 10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3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0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2" name="组合 11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4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7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5" name="文本框 34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内容占位符 2"/>
          <p:cNvSpPr>
            <a:spLocks noGrp="1"/>
          </p:cNvSpPr>
          <p:nvPr>
            <p:ph idx="1"/>
          </p:nvPr>
        </p:nvSpPr>
        <p:spPr>
          <a:xfrm>
            <a:off x="941494" y="966580"/>
            <a:ext cx="5236884" cy="5323863"/>
          </a:xfrm>
        </p:spPr>
        <p:txBody>
          <a:bodyPr>
            <a:normAutofit/>
          </a:bodyPr>
          <a:lstStyle>
            <a:lvl1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7" name="标题 1"/>
          <p:cNvSpPr>
            <a:spLocks noGrp="1"/>
          </p:cNvSpPr>
          <p:nvPr>
            <p:ph type="title"/>
          </p:nvPr>
        </p:nvSpPr>
        <p:spPr>
          <a:xfrm>
            <a:off x="587288" y="77856"/>
            <a:ext cx="7935097" cy="833652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8216A56-D4EE-A767-6DBF-203DADDB351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54179" y="969378"/>
            <a:ext cx="5392101" cy="5323863"/>
          </a:xfrm>
        </p:spPr>
        <p:txBody>
          <a:bodyPr>
            <a:normAutofit/>
          </a:bodyPr>
          <a:lstStyle>
            <a:lvl1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112284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sp>
        <p:nvSpPr>
          <p:cNvPr id="8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rgbClr val="056F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0882" y="218795"/>
            <a:ext cx="1819275" cy="509219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11" name="组合 10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33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30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2" name="组合 11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24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17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5" name="文本框 34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标题 1"/>
          <p:cNvSpPr>
            <a:spLocks noGrp="1"/>
          </p:cNvSpPr>
          <p:nvPr>
            <p:ph type="title"/>
          </p:nvPr>
        </p:nvSpPr>
        <p:spPr>
          <a:xfrm>
            <a:off x="1076180" y="255188"/>
            <a:ext cx="6847679" cy="481973"/>
          </a:xfrm>
        </p:spPr>
        <p:txBody>
          <a:bodyPr anchor="b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7" name="内容占位符 2"/>
          <p:cNvSpPr>
            <a:spLocks noGrp="1"/>
          </p:cNvSpPr>
          <p:nvPr>
            <p:ph idx="1"/>
          </p:nvPr>
        </p:nvSpPr>
        <p:spPr>
          <a:xfrm>
            <a:off x="2495233" y="1252151"/>
            <a:ext cx="7143037" cy="4746560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69610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93AC8-A32E-4735-8600-A449968D09E9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1D49-D046-455B-AA91-B7E4594E3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811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93AC8-A32E-4735-8600-A449968D09E9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1D49-D046-455B-AA91-B7E4594E3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9579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93AC8-A32E-4735-8600-A449968D09E9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1D49-D046-455B-AA91-B7E4594E3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1129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93AC8-A32E-4735-8600-A449968D09E9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1D49-D046-455B-AA91-B7E4594E3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5415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93AC8-A32E-4735-8600-A449968D09E9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1D49-D046-455B-AA91-B7E4594E3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2484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93AC8-A32E-4735-8600-A449968D09E9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1D49-D046-455B-AA91-B7E4594E3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6802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93AC8-A32E-4735-8600-A449968D09E9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1D49-D046-455B-AA91-B7E4594E3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5750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93AC8-A32E-4735-8600-A449968D09E9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1D49-D046-455B-AA91-B7E4594E3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8551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93AC8-A32E-4735-8600-A449968D09E9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1D49-D046-455B-AA91-B7E4594E3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7865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93AC8-A32E-4735-8600-A449968D09E9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1D49-D046-455B-AA91-B7E4594E3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9608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93AC8-A32E-4735-8600-A449968D09E9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A1D49-D046-455B-AA91-B7E4594E3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562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A29B9-4558-495E-B367-815471AAF6FF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B0C15-642B-48C8-B936-61C739B24A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9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5" r:id="rId2"/>
    <p:sldLayoutId id="2147483660" r:id="rId3"/>
    <p:sldLayoutId id="2147483689" r:id="rId4"/>
    <p:sldLayoutId id="2147483690" r:id="rId5"/>
    <p:sldLayoutId id="2147483691" r:id="rId6"/>
    <p:sldLayoutId id="2147483661" r:id="rId7"/>
    <p:sldLayoutId id="2147483679" r:id="rId8"/>
    <p:sldLayoutId id="2147483680" r:id="rId9"/>
    <p:sldLayoutId id="2147483662" r:id="rId10"/>
    <p:sldLayoutId id="2147483681" r:id="rId11"/>
    <p:sldLayoutId id="2147483682" r:id="rId12"/>
    <p:sldLayoutId id="2147483663" r:id="rId13"/>
    <p:sldLayoutId id="2147483683" r:id="rId14"/>
    <p:sldLayoutId id="2147483684" r:id="rId15"/>
    <p:sldLayoutId id="2147483664" r:id="rId16"/>
    <p:sldLayoutId id="2147483665" r:id="rId17"/>
    <p:sldLayoutId id="2147483666" r:id="rId18"/>
    <p:sldLayoutId id="2147483688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7" baseType="lpstr">
      <vt:lpstr>等线</vt:lpstr>
      <vt:lpstr>等线 Light</vt:lpstr>
      <vt:lpstr>黑体</vt:lpstr>
      <vt:lpstr>微软雅黑</vt:lpstr>
      <vt:lpstr>Arial</vt:lpstr>
      <vt:lpstr>Century Gothic</vt:lpstr>
      <vt:lpstr>Office 主题​​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PC</cp:lastModifiedBy>
  <cp:revision>67</cp:revision>
  <dcterms:created xsi:type="dcterms:W3CDTF">2025-07-15T07:22:45Z</dcterms:created>
  <dcterms:modified xsi:type="dcterms:W3CDTF">2025-08-12T10:43:32Z</dcterms:modified>
</cp:coreProperties>
</file>